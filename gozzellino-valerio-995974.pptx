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9" r:id="rId5"/>
    <p:sldId id="260" r:id="rId6"/>
    <p:sldId id="267" r:id="rId7"/>
    <p:sldId id="272" r:id="rId8"/>
    <p:sldId id="261" r:id="rId9"/>
    <p:sldId id="265" r:id="rId10"/>
    <p:sldId id="263" r:id="rId11"/>
    <p:sldId id="266" r:id="rId12"/>
    <p:sldId id="268" r:id="rId13"/>
    <p:sldId id="269" r:id="rId14"/>
    <p:sldId id="258" r:id="rId15"/>
    <p:sldId id="271" r:id="rId1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58"/>
    <p:restoredTop sz="94592"/>
  </p:normalViewPr>
  <p:slideViewPr>
    <p:cSldViewPr snapToGrid="0">
      <p:cViewPr varScale="1">
        <p:scale>
          <a:sx n="104" d="100"/>
          <a:sy n="104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D052BC-F17C-4D8C-8CE6-0E8AEFD7877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497662-04CB-4D39-B81D-C6549575F1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È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una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raccolta</a:t>
          </a:r>
          <a:r>
            <a:rPr lang="en-GB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GB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strumenti</a:t>
          </a:r>
          <a:r>
            <a:rPr lang="en-GB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progettati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per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facilitare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lo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sviluppo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applicazioni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specifiche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piattaforme</a:t>
          </a:r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E09C51-AAB2-49CF-96C1-84C367732FD0}" type="parTrans" cxnId="{BD3CCA7B-88F4-4C9A-867D-E29F06F3D67E}">
      <dgm:prSet/>
      <dgm:spPr/>
      <dgm:t>
        <a:bodyPr/>
        <a:lstStyle/>
        <a:p>
          <a:endParaRPr lang="en-US"/>
        </a:p>
      </dgm:t>
    </dgm:pt>
    <dgm:pt modelId="{1EE8DB9C-71F0-4D25-B258-B055038A8642}" type="sibTrans" cxnId="{BD3CCA7B-88F4-4C9A-867D-E29F06F3D67E}">
      <dgm:prSet/>
      <dgm:spPr/>
      <dgm:t>
        <a:bodyPr/>
        <a:lstStyle/>
        <a:p>
          <a:endParaRPr lang="en-US"/>
        </a:p>
      </dgm:t>
    </dgm:pt>
    <dgm:pt modelId="{EF846737-4090-4447-9A9B-2F58922E83E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È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stato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sviluppato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un SDK in Kotlin Multiplatform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genera un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eseguibile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utilizzabile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sistemi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operativi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7ECC43-0554-4FB7-A4AF-8AC82CE146E5}" type="parTrans" cxnId="{480FBD37-5FD2-4365-A255-9669ABC0B8C7}">
      <dgm:prSet/>
      <dgm:spPr/>
      <dgm:t>
        <a:bodyPr/>
        <a:lstStyle/>
        <a:p>
          <a:endParaRPr lang="en-US"/>
        </a:p>
      </dgm:t>
    </dgm:pt>
    <dgm:pt modelId="{CC55BD5A-962E-46DE-A33D-77DA8C20ADF0}" type="sibTrans" cxnId="{480FBD37-5FD2-4365-A255-9669ABC0B8C7}">
      <dgm:prSet/>
      <dgm:spPr/>
      <dgm:t>
        <a:bodyPr/>
        <a:lstStyle/>
        <a:p>
          <a:endParaRPr lang="en-US"/>
        </a:p>
      </dgm:t>
    </dgm:pt>
    <dgm:pt modelId="{4DBDC898-3C3D-4EBF-966C-440AEC4811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Questo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permette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scrivere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il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codice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una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sola volta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e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usarlo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Android, iOS, Linux e in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progetti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scritti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in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linguaggi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come Java, Swift o JavaScript. </a:t>
          </a:r>
        </a:p>
      </dgm:t>
    </dgm:pt>
    <dgm:pt modelId="{6F1385B3-51C2-40C6-BF58-D922F40310A3}" type="parTrans" cxnId="{79B24BC2-6262-4E57-B23B-9DBA10227D37}">
      <dgm:prSet/>
      <dgm:spPr/>
      <dgm:t>
        <a:bodyPr/>
        <a:lstStyle/>
        <a:p>
          <a:endParaRPr lang="en-US"/>
        </a:p>
      </dgm:t>
    </dgm:pt>
    <dgm:pt modelId="{880293E9-F490-4A28-B54E-EB3162A2B401}" type="sibTrans" cxnId="{79B24BC2-6262-4E57-B23B-9DBA10227D37}">
      <dgm:prSet/>
      <dgm:spPr/>
      <dgm:t>
        <a:bodyPr/>
        <a:lstStyle/>
        <a:p>
          <a:endParaRPr lang="en-US"/>
        </a:p>
      </dgm:t>
    </dgm:pt>
    <dgm:pt modelId="{B5758785-31C7-40FE-9CD0-98FE397CFB98}" type="pres">
      <dgm:prSet presAssocID="{BCD052BC-F17C-4D8C-8CE6-0E8AEFD7877A}" presName="root" presStyleCnt="0">
        <dgm:presLayoutVars>
          <dgm:dir/>
          <dgm:resizeHandles val="exact"/>
        </dgm:presLayoutVars>
      </dgm:prSet>
      <dgm:spPr/>
    </dgm:pt>
    <dgm:pt modelId="{CA933EEC-9AFC-45D9-942E-EEACB3FD2B6F}" type="pres">
      <dgm:prSet presAssocID="{54497662-04CB-4D39-B81D-C6549575F1B8}" presName="compNode" presStyleCnt="0"/>
      <dgm:spPr/>
    </dgm:pt>
    <dgm:pt modelId="{9750F503-B3C9-4374-BC32-89AEA6A67E2E}" type="pres">
      <dgm:prSet presAssocID="{54497662-04CB-4D39-B81D-C6549575F1B8}" presName="bgRect" presStyleLbl="bgShp" presStyleIdx="0" presStyleCnt="3"/>
      <dgm:spPr/>
    </dgm:pt>
    <dgm:pt modelId="{695C788B-F65B-4609-A416-8B1B437CB531}" type="pres">
      <dgm:prSet presAssocID="{54497662-04CB-4D39-B81D-C6549575F1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D062504-013D-4727-A846-2C120365E2F0}" type="pres">
      <dgm:prSet presAssocID="{54497662-04CB-4D39-B81D-C6549575F1B8}" presName="spaceRect" presStyleCnt="0"/>
      <dgm:spPr/>
    </dgm:pt>
    <dgm:pt modelId="{C6658FA2-90D7-4FC3-89AC-597F109130FC}" type="pres">
      <dgm:prSet presAssocID="{54497662-04CB-4D39-B81D-C6549575F1B8}" presName="parTx" presStyleLbl="revTx" presStyleIdx="0" presStyleCnt="3">
        <dgm:presLayoutVars>
          <dgm:chMax val="0"/>
          <dgm:chPref val="0"/>
        </dgm:presLayoutVars>
      </dgm:prSet>
      <dgm:spPr/>
    </dgm:pt>
    <dgm:pt modelId="{C041825F-E7CE-4CE7-9FC9-1243A72D8D7A}" type="pres">
      <dgm:prSet presAssocID="{1EE8DB9C-71F0-4D25-B258-B055038A8642}" presName="sibTrans" presStyleCnt="0"/>
      <dgm:spPr/>
    </dgm:pt>
    <dgm:pt modelId="{387239F0-AC73-4FC1-9474-ADF799622CA9}" type="pres">
      <dgm:prSet presAssocID="{EF846737-4090-4447-9A9B-2F58922E83ED}" presName="compNode" presStyleCnt="0"/>
      <dgm:spPr/>
    </dgm:pt>
    <dgm:pt modelId="{D6094EC4-A819-4EC9-B6AC-FB34DE3661B7}" type="pres">
      <dgm:prSet presAssocID="{EF846737-4090-4447-9A9B-2F58922E83ED}" presName="bgRect" presStyleLbl="bgShp" presStyleIdx="1" presStyleCnt="3"/>
      <dgm:spPr/>
    </dgm:pt>
    <dgm:pt modelId="{E7764409-AD96-4C3E-B10C-11CA60220C05}" type="pres">
      <dgm:prSet presAssocID="{EF846737-4090-4447-9A9B-2F58922E83E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6B418D94-8654-49A6-945A-CF2FC312A03D}" type="pres">
      <dgm:prSet presAssocID="{EF846737-4090-4447-9A9B-2F58922E83ED}" presName="spaceRect" presStyleCnt="0"/>
      <dgm:spPr/>
    </dgm:pt>
    <dgm:pt modelId="{C04E63AD-729B-40F4-9E43-8CDC43A33164}" type="pres">
      <dgm:prSet presAssocID="{EF846737-4090-4447-9A9B-2F58922E83ED}" presName="parTx" presStyleLbl="revTx" presStyleIdx="1" presStyleCnt="3">
        <dgm:presLayoutVars>
          <dgm:chMax val="0"/>
          <dgm:chPref val="0"/>
        </dgm:presLayoutVars>
      </dgm:prSet>
      <dgm:spPr/>
    </dgm:pt>
    <dgm:pt modelId="{12AE9DA3-BE4E-4BF7-AB02-232E86482D81}" type="pres">
      <dgm:prSet presAssocID="{CC55BD5A-962E-46DE-A33D-77DA8C20ADF0}" presName="sibTrans" presStyleCnt="0"/>
      <dgm:spPr/>
    </dgm:pt>
    <dgm:pt modelId="{FC170FBF-85A1-4863-903F-AAE5F746C916}" type="pres">
      <dgm:prSet presAssocID="{4DBDC898-3C3D-4EBF-966C-440AEC4811D5}" presName="compNode" presStyleCnt="0"/>
      <dgm:spPr/>
    </dgm:pt>
    <dgm:pt modelId="{2ABE26DA-1432-412F-9E98-404714FA3D9D}" type="pres">
      <dgm:prSet presAssocID="{4DBDC898-3C3D-4EBF-966C-440AEC4811D5}" presName="bgRect" presStyleLbl="bgShp" presStyleIdx="2" presStyleCnt="3"/>
      <dgm:spPr/>
    </dgm:pt>
    <dgm:pt modelId="{6C8D01EE-CB92-4DF3-A952-2448484B2D8D}" type="pres">
      <dgm:prSet presAssocID="{4DBDC898-3C3D-4EBF-966C-440AEC4811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82D16F-0E05-4D62-BD94-54D3DE2E9ADD}" type="pres">
      <dgm:prSet presAssocID="{4DBDC898-3C3D-4EBF-966C-440AEC4811D5}" presName="spaceRect" presStyleCnt="0"/>
      <dgm:spPr/>
    </dgm:pt>
    <dgm:pt modelId="{A330F438-0714-4052-9162-B3877D3873B2}" type="pres">
      <dgm:prSet presAssocID="{4DBDC898-3C3D-4EBF-966C-440AEC4811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80FBD37-5FD2-4365-A255-9669ABC0B8C7}" srcId="{BCD052BC-F17C-4D8C-8CE6-0E8AEFD7877A}" destId="{EF846737-4090-4447-9A9B-2F58922E83ED}" srcOrd="1" destOrd="0" parTransId="{2B7ECC43-0554-4FB7-A4AF-8AC82CE146E5}" sibTransId="{CC55BD5A-962E-46DE-A33D-77DA8C20ADF0}"/>
    <dgm:cxn modelId="{284D5D59-ADE7-4EF3-A265-666B1F3F40C8}" type="presOf" srcId="{54497662-04CB-4D39-B81D-C6549575F1B8}" destId="{C6658FA2-90D7-4FC3-89AC-597F109130FC}" srcOrd="0" destOrd="0" presId="urn:microsoft.com/office/officeart/2018/2/layout/IconVerticalSolidList"/>
    <dgm:cxn modelId="{BD3CCA7B-88F4-4C9A-867D-E29F06F3D67E}" srcId="{BCD052BC-F17C-4D8C-8CE6-0E8AEFD7877A}" destId="{54497662-04CB-4D39-B81D-C6549575F1B8}" srcOrd="0" destOrd="0" parTransId="{2EE09C51-AAB2-49CF-96C1-84C367732FD0}" sibTransId="{1EE8DB9C-71F0-4D25-B258-B055038A8642}"/>
    <dgm:cxn modelId="{9AE7D688-5F25-4F9E-B36A-ECB3B181747E}" type="presOf" srcId="{4DBDC898-3C3D-4EBF-966C-440AEC4811D5}" destId="{A330F438-0714-4052-9162-B3877D3873B2}" srcOrd="0" destOrd="0" presId="urn:microsoft.com/office/officeart/2018/2/layout/IconVerticalSolidList"/>
    <dgm:cxn modelId="{89364BAB-BAAB-450E-97E8-6CA22EEB37BB}" type="presOf" srcId="{EF846737-4090-4447-9A9B-2F58922E83ED}" destId="{C04E63AD-729B-40F4-9E43-8CDC43A33164}" srcOrd="0" destOrd="0" presId="urn:microsoft.com/office/officeart/2018/2/layout/IconVerticalSolidList"/>
    <dgm:cxn modelId="{79B24BC2-6262-4E57-B23B-9DBA10227D37}" srcId="{BCD052BC-F17C-4D8C-8CE6-0E8AEFD7877A}" destId="{4DBDC898-3C3D-4EBF-966C-440AEC4811D5}" srcOrd="2" destOrd="0" parTransId="{6F1385B3-51C2-40C6-BF58-D922F40310A3}" sibTransId="{880293E9-F490-4A28-B54E-EB3162A2B401}"/>
    <dgm:cxn modelId="{61BE15F2-F295-4074-8686-F61ECEAD3785}" type="presOf" srcId="{BCD052BC-F17C-4D8C-8CE6-0E8AEFD7877A}" destId="{B5758785-31C7-40FE-9CD0-98FE397CFB98}" srcOrd="0" destOrd="0" presId="urn:microsoft.com/office/officeart/2018/2/layout/IconVerticalSolidList"/>
    <dgm:cxn modelId="{74B45B3F-2BF6-462A-8ABA-C59AC965700F}" type="presParOf" srcId="{B5758785-31C7-40FE-9CD0-98FE397CFB98}" destId="{CA933EEC-9AFC-45D9-942E-EEACB3FD2B6F}" srcOrd="0" destOrd="0" presId="urn:microsoft.com/office/officeart/2018/2/layout/IconVerticalSolidList"/>
    <dgm:cxn modelId="{7CEE5B07-1889-4C7F-9E02-4904300D9EE1}" type="presParOf" srcId="{CA933EEC-9AFC-45D9-942E-EEACB3FD2B6F}" destId="{9750F503-B3C9-4374-BC32-89AEA6A67E2E}" srcOrd="0" destOrd="0" presId="urn:microsoft.com/office/officeart/2018/2/layout/IconVerticalSolidList"/>
    <dgm:cxn modelId="{6B50A3C3-B60F-4087-95DC-25660257C1B0}" type="presParOf" srcId="{CA933EEC-9AFC-45D9-942E-EEACB3FD2B6F}" destId="{695C788B-F65B-4609-A416-8B1B437CB531}" srcOrd="1" destOrd="0" presId="urn:microsoft.com/office/officeart/2018/2/layout/IconVerticalSolidList"/>
    <dgm:cxn modelId="{8DC390B9-DC35-40E2-AF08-D18387D3A5CC}" type="presParOf" srcId="{CA933EEC-9AFC-45D9-942E-EEACB3FD2B6F}" destId="{9D062504-013D-4727-A846-2C120365E2F0}" srcOrd="2" destOrd="0" presId="urn:microsoft.com/office/officeart/2018/2/layout/IconVerticalSolidList"/>
    <dgm:cxn modelId="{D62DFE4D-F397-4876-A4F1-3A46DAA90C22}" type="presParOf" srcId="{CA933EEC-9AFC-45D9-942E-EEACB3FD2B6F}" destId="{C6658FA2-90D7-4FC3-89AC-597F109130FC}" srcOrd="3" destOrd="0" presId="urn:microsoft.com/office/officeart/2018/2/layout/IconVerticalSolidList"/>
    <dgm:cxn modelId="{84495990-0B7C-4E7B-A2D0-C788022ABDDB}" type="presParOf" srcId="{B5758785-31C7-40FE-9CD0-98FE397CFB98}" destId="{C041825F-E7CE-4CE7-9FC9-1243A72D8D7A}" srcOrd="1" destOrd="0" presId="urn:microsoft.com/office/officeart/2018/2/layout/IconVerticalSolidList"/>
    <dgm:cxn modelId="{A3CD6C1A-0509-45D4-89EC-43C537E461F0}" type="presParOf" srcId="{B5758785-31C7-40FE-9CD0-98FE397CFB98}" destId="{387239F0-AC73-4FC1-9474-ADF799622CA9}" srcOrd="2" destOrd="0" presId="urn:microsoft.com/office/officeart/2018/2/layout/IconVerticalSolidList"/>
    <dgm:cxn modelId="{74F752C0-C89A-4CB9-B32D-E319C6176AB7}" type="presParOf" srcId="{387239F0-AC73-4FC1-9474-ADF799622CA9}" destId="{D6094EC4-A819-4EC9-B6AC-FB34DE3661B7}" srcOrd="0" destOrd="0" presId="urn:microsoft.com/office/officeart/2018/2/layout/IconVerticalSolidList"/>
    <dgm:cxn modelId="{657A481D-BFCF-4247-8FEF-A60DBAC50F91}" type="presParOf" srcId="{387239F0-AC73-4FC1-9474-ADF799622CA9}" destId="{E7764409-AD96-4C3E-B10C-11CA60220C05}" srcOrd="1" destOrd="0" presId="urn:microsoft.com/office/officeart/2018/2/layout/IconVerticalSolidList"/>
    <dgm:cxn modelId="{7DC707BD-6637-4761-BE5D-B4125EE51310}" type="presParOf" srcId="{387239F0-AC73-4FC1-9474-ADF799622CA9}" destId="{6B418D94-8654-49A6-945A-CF2FC312A03D}" srcOrd="2" destOrd="0" presId="urn:microsoft.com/office/officeart/2018/2/layout/IconVerticalSolidList"/>
    <dgm:cxn modelId="{9631E54C-8047-49DF-A900-221EC31D3499}" type="presParOf" srcId="{387239F0-AC73-4FC1-9474-ADF799622CA9}" destId="{C04E63AD-729B-40F4-9E43-8CDC43A33164}" srcOrd="3" destOrd="0" presId="urn:microsoft.com/office/officeart/2018/2/layout/IconVerticalSolidList"/>
    <dgm:cxn modelId="{EA4569D0-6F04-4E7A-A9F4-5890F35673F8}" type="presParOf" srcId="{B5758785-31C7-40FE-9CD0-98FE397CFB98}" destId="{12AE9DA3-BE4E-4BF7-AB02-232E86482D81}" srcOrd="3" destOrd="0" presId="urn:microsoft.com/office/officeart/2018/2/layout/IconVerticalSolidList"/>
    <dgm:cxn modelId="{C272E2C4-BAEF-41E4-814C-775D88561828}" type="presParOf" srcId="{B5758785-31C7-40FE-9CD0-98FE397CFB98}" destId="{FC170FBF-85A1-4863-903F-AAE5F746C916}" srcOrd="4" destOrd="0" presId="urn:microsoft.com/office/officeart/2018/2/layout/IconVerticalSolidList"/>
    <dgm:cxn modelId="{DA37C90C-19E3-44BC-90CD-A06E19208879}" type="presParOf" srcId="{FC170FBF-85A1-4863-903F-AAE5F746C916}" destId="{2ABE26DA-1432-412F-9E98-404714FA3D9D}" srcOrd="0" destOrd="0" presId="urn:microsoft.com/office/officeart/2018/2/layout/IconVerticalSolidList"/>
    <dgm:cxn modelId="{5B302D42-EA46-44E5-B635-031EC98FFE28}" type="presParOf" srcId="{FC170FBF-85A1-4863-903F-AAE5F746C916}" destId="{6C8D01EE-CB92-4DF3-A952-2448484B2D8D}" srcOrd="1" destOrd="0" presId="urn:microsoft.com/office/officeart/2018/2/layout/IconVerticalSolidList"/>
    <dgm:cxn modelId="{D9FE17F7-87D2-4B22-BF21-410931FA1865}" type="presParOf" srcId="{FC170FBF-85A1-4863-903F-AAE5F746C916}" destId="{AD82D16F-0E05-4D62-BD94-54D3DE2E9ADD}" srcOrd="2" destOrd="0" presId="urn:microsoft.com/office/officeart/2018/2/layout/IconVerticalSolidList"/>
    <dgm:cxn modelId="{9C8FFA61-D5A0-4307-93CE-57F449E1606E}" type="presParOf" srcId="{FC170FBF-85A1-4863-903F-AAE5F746C916}" destId="{A330F438-0714-4052-9162-B3877D3873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5585E8-1EEF-4A83-A1B2-52B8FB781848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A96829-8DF7-4BF6-9987-7BB13EC7CBA4}">
      <dgm:prSet custT="1"/>
      <dgm:spPr/>
      <dgm:t>
        <a:bodyPr/>
        <a:lstStyle/>
        <a:p>
          <a:endParaRPr lang="en-US" sz="1400" dirty="0"/>
        </a:p>
      </dgm:t>
    </dgm:pt>
    <dgm:pt modelId="{7A7CD55D-158B-4FE7-8212-2BFF9D6A657A}" type="parTrans" cxnId="{5BD586BC-41E5-4484-8B58-ECF03C7E5085}">
      <dgm:prSet/>
      <dgm:spPr/>
      <dgm:t>
        <a:bodyPr/>
        <a:lstStyle/>
        <a:p>
          <a:endParaRPr lang="en-US"/>
        </a:p>
      </dgm:t>
    </dgm:pt>
    <dgm:pt modelId="{72E00EBB-26EE-47A3-A942-4DCD1A19F73E}" type="sibTrans" cxnId="{5BD586BC-41E5-4484-8B58-ECF03C7E5085}">
      <dgm:prSet/>
      <dgm:spPr/>
      <dgm:t>
        <a:bodyPr/>
        <a:lstStyle/>
        <a:p>
          <a:endParaRPr lang="en-US"/>
        </a:p>
      </dgm:t>
    </dgm:pt>
    <dgm:pt modelId="{1F8EDDC8-D961-455D-A543-EE7CFB300521}">
      <dgm:prSet custT="1"/>
      <dgm:spPr/>
      <dgm:t>
        <a:bodyPr/>
        <a:lstStyle/>
        <a:p>
          <a:endParaRPr lang="en-US" sz="1400" dirty="0"/>
        </a:p>
      </dgm:t>
    </dgm:pt>
    <dgm:pt modelId="{C851CB32-1AF4-406B-9C1F-664E6C61028A}" type="parTrans" cxnId="{4CDE7FA0-2D2C-4A27-9DAB-0C744C16C546}">
      <dgm:prSet/>
      <dgm:spPr/>
      <dgm:t>
        <a:bodyPr/>
        <a:lstStyle/>
        <a:p>
          <a:endParaRPr lang="en-US"/>
        </a:p>
      </dgm:t>
    </dgm:pt>
    <dgm:pt modelId="{00DD3A61-8C26-4E58-B960-70F6E9032844}" type="sibTrans" cxnId="{4CDE7FA0-2D2C-4A27-9DAB-0C744C16C546}">
      <dgm:prSet/>
      <dgm:spPr/>
      <dgm:t>
        <a:bodyPr/>
        <a:lstStyle/>
        <a:p>
          <a:endParaRPr lang="en-US"/>
        </a:p>
      </dgm:t>
    </dgm:pt>
    <dgm:pt modelId="{1DEE10F3-8854-4416-AC66-0194AD531C6D}">
      <dgm:prSet custT="1"/>
      <dgm:spPr/>
      <dgm:t>
        <a:bodyPr/>
        <a:lstStyle/>
        <a:p>
          <a:endParaRPr lang="en-US" sz="1400" dirty="0"/>
        </a:p>
      </dgm:t>
    </dgm:pt>
    <dgm:pt modelId="{4CE3A6D3-E195-418E-88F8-BA9252784C61}" type="parTrans" cxnId="{CA0849C6-C3D7-4126-9978-3CD0259B0298}">
      <dgm:prSet/>
      <dgm:spPr/>
      <dgm:t>
        <a:bodyPr/>
        <a:lstStyle/>
        <a:p>
          <a:endParaRPr lang="en-US"/>
        </a:p>
      </dgm:t>
    </dgm:pt>
    <dgm:pt modelId="{C7E0D35A-66AF-49E5-85F4-AEDF9E68BA95}" type="sibTrans" cxnId="{CA0849C6-C3D7-4126-9978-3CD0259B0298}">
      <dgm:prSet/>
      <dgm:spPr/>
      <dgm:t>
        <a:bodyPr/>
        <a:lstStyle/>
        <a:p>
          <a:endParaRPr lang="en-US"/>
        </a:p>
      </dgm:t>
    </dgm:pt>
    <dgm:pt modelId="{033D47D1-4475-6643-A6E1-E94AB5B7E8C9}" type="pres">
      <dgm:prSet presAssocID="{F95585E8-1EEF-4A83-A1B2-52B8FB781848}" presName="outerComposite" presStyleCnt="0">
        <dgm:presLayoutVars>
          <dgm:chMax val="5"/>
          <dgm:dir/>
          <dgm:resizeHandles val="exact"/>
        </dgm:presLayoutVars>
      </dgm:prSet>
      <dgm:spPr/>
    </dgm:pt>
    <dgm:pt modelId="{FE3AA91A-6EBF-D24B-8840-2D5053E53CB2}" type="pres">
      <dgm:prSet presAssocID="{F95585E8-1EEF-4A83-A1B2-52B8FB781848}" presName="dummyMaxCanvas" presStyleCnt="0">
        <dgm:presLayoutVars/>
      </dgm:prSet>
      <dgm:spPr/>
    </dgm:pt>
    <dgm:pt modelId="{05C601FE-EFF7-6A40-909D-34AD1237F31E}" type="pres">
      <dgm:prSet presAssocID="{F95585E8-1EEF-4A83-A1B2-52B8FB781848}" presName="ThreeNodes_1" presStyleLbl="node1" presStyleIdx="0" presStyleCnt="3">
        <dgm:presLayoutVars>
          <dgm:bulletEnabled val="1"/>
        </dgm:presLayoutVars>
      </dgm:prSet>
      <dgm:spPr/>
    </dgm:pt>
    <dgm:pt modelId="{0FEE64E4-536B-C041-8AAE-EB9FD58F91FF}" type="pres">
      <dgm:prSet presAssocID="{F95585E8-1EEF-4A83-A1B2-52B8FB781848}" presName="ThreeNodes_2" presStyleLbl="node1" presStyleIdx="1" presStyleCnt="3">
        <dgm:presLayoutVars>
          <dgm:bulletEnabled val="1"/>
        </dgm:presLayoutVars>
      </dgm:prSet>
      <dgm:spPr/>
    </dgm:pt>
    <dgm:pt modelId="{9DC4965F-416A-694B-B15B-E54C84E8046C}" type="pres">
      <dgm:prSet presAssocID="{F95585E8-1EEF-4A83-A1B2-52B8FB781848}" presName="ThreeNodes_3" presStyleLbl="node1" presStyleIdx="2" presStyleCnt="3" custLinFactNeighborX="1785" custLinFactNeighborY="22167">
        <dgm:presLayoutVars>
          <dgm:bulletEnabled val="1"/>
        </dgm:presLayoutVars>
      </dgm:prSet>
      <dgm:spPr/>
    </dgm:pt>
    <dgm:pt modelId="{1B6828A8-A133-304F-B7A9-5410952C0D00}" type="pres">
      <dgm:prSet presAssocID="{F95585E8-1EEF-4A83-A1B2-52B8FB781848}" presName="ThreeConn_1-2" presStyleLbl="fgAccFollowNode1" presStyleIdx="0" presStyleCnt="2" custScaleX="69327" custScaleY="69922" custLinFactNeighborX="11644" custLinFactNeighborY="-9612">
        <dgm:presLayoutVars>
          <dgm:bulletEnabled val="1"/>
        </dgm:presLayoutVars>
      </dgm:prSet>
      <dgm:spPr/>
    </dgm:pt>
    <dgm:pt modelId="{F67C9BFC-D3C6-2145-A19D-BDCC6213C718}" type="pres">
      <dgm:prSet presAssocID="{F95585E8-1EEF-4A83-A1B2-52B8FB781848}" presName="ThreeConn_2-3" presStyleLbl="fgAccFollowNode1" presStyleIdx="1" presStyleCnt="2" custScaleX="69392" custScaleY="74656" custLinFactNeighborX="8363" custLinFactNeighborY="-36">
        <dgm:presLayoutVars>
          <dgm:bulletEnabled val="1"/>
        </dgm:presLayoutVars>
      </dgm:prSet>
      <dgm:spPr/>
    </dgm:pt>
    <dgm:pt modelId="{B36ABADA-5202-7D49-BF82-0127E1D87748}" type="pres">
      <dgm:prSet presAssocID="{F95585E8-1EEF-4A83-A1B2-52B8FB781848}" presName="ThreeNodes_1_text" presStyleLbl="node1" presStyleIdx="2" presStyleCnt="3">
        <dgm:presLayoutVars>
          <dgm:bulletEnabled val="1"/>
        </dgm:presLayoutVars>
      </dgm:prSet>
      <dgm:spPr/>
    </dgm:pt>
    <dgm:pt modelId="{87E72313-54CA-D94B-AF57-3AE32738DA20}" type="pres">
      <dgm:prSet presAssocID="{F95585E8-1EEF-4A83-A1B2-52B8FB781848}" presName="ThreeNodes_2_text" presStyleLbl="node1" presStyleIdx="2" presStyleCnt="3">
        <dgm:presLayoutVars>
          <dgm:bulletEnabled val="1"/>
        </dgm:presLayoutVars>
      </dgm:prSet>
      <dgm:spPr/>
    </dgm:pt>
    <dgm:pt modelId="{7974A354-C1CE-AC48-A166-1EAAF2BA265F}" type="pres">
      <dgm:prSet presAssocID="{F95585E8-1EEF-4A83-A1B2-52B8FB78184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8991E05-7D5D-5749-8F67-DD066B24FE4B}" type="presOf" srcId="{72E00EBB-26EE-47A3-A942-4DCD1A19F73E}" destId="{1B6828A8-A133-304F-B7A9-5410952C0D00}" srcOrd="0" destOrd="0" presId="urn:microsoft.com/office/officeart/2005/8/layout/vProcess5"/>
    <dgm:cxn modelId="{029B370A-7C8B-A541-A925-0494672E673C}" type="presOf" srcId="{1DEE10F3-8854-4416-AC66-0194AD531C6D}" destId="{9DC4965F-416A-694B-B15B-E54C84E8046C}" srcOrd="0" destOrd="0" presId="urn:microsoft.com/office/officeart/2005/8/layout/vProcess5"/>
    <dgm:cxn modelId="{18ED9E1D-F052-A246-AED4-11280E7C8348}" type="presOf" srcId="{00DD3A61-8C26-4E58-B960-70F6E9032844}" destId="{F67C9BFC-D3C6-2145-A19D-BDCC6213C718}" srcOrd="0" destOrd="0" presId="urn:microsoft.com/office/officeart/2005/8/layout/vProcess5"/>
    <dgm:cxn modelId="{AB7AD521-883D-E14A-BA75-E925EFA03B78}" type="presOf" srcId="{1F8EDDC8-D961-455D-A543-EE7CFB300521}" destId="{0FEE64E4-536B-C041-8AAE-EB9FD58F91FF}" srcOrd="0" destOrd="0" presId="urn:microsoft.com/office/officeart/2005/8/layout/vProcess5"/>
    <dgm:cxn modelId="{781FC826-947F-564C-8D3A-03D0EBE74EA7}" type="presOf" srcId="{D1A96829-8DF7-4BF6-9987-7BB13EC7CBA4}" destId="{05C601FE-EFF7-6A40-909D-34AD1237F31E}" srcOrd="0" destOrd="0" presId="urn:microsoft.com/office/officeart/2005/8/layout/vProcess5"/>
    <dgm:cxn modelId="{19521B53-06FE-204E-9B80-16B2049C68A3}" type="presOf" srcId="{1F8EDDC8-D961-455D-A543-EE7CFB300521}" destId="{87E72313-54CA-D94B-AF57-3AE32738DA20}" srcOrd="1" destOrd="0" presId="urn:microsoft.com/office/officeart/2005/8/layout/vProcess5"/>
    <dgm:cxn modelId="{DD7FC157-3D44-834B-9D76-779ACC4D59DD}" type="presOf" srcId="{D1A96829-8DF7-4BF6-9987-7BB13EC7CBA4}" destId="{B36ABADA-5202-7D49-BF82-0127E1D87748}" srcOrd="1" destOrd="0" presId="urn:microsoft.com/office/officeart/2005/8/layout/vProcess5"/>
    <dgm:cxn modelId="{259BDB79-B03D-3D4D-9D79-92095B9774DF}" type="presOf" srcId="{F95585E8-1EEF-4A83-A1B2-52B8FB781848}" destId="{033D47D1-4475-6643-A6E1-E94AB5B7E8C9}" srcOrd="0" destOrd="0" presId="urn:microsoft.com/office/officeart/2005/8/layout/vProcess5"/>
    <dgm:cxn modelId="{4CDE7FA0-2D2C-4A27-9DAB-0C744C16C546}" srcId="{F95585E8-1EEF-4A83-A1B2-52B8FB781848}" destId="{1F8EDDC8-D961-455D-A543-EE7CFB300521}" srcOrd="1" destOrd="0" parTransId="{C851CB32-1AF4-406B-9C1F-664E6C61028A}" sibTransId="{00DD3A61-8C26-4E58-B960-70F6E9032844}"/>
    <dgm:cxn modelId="{53E8C1AE-786C-684A-AB0C-756F282E36A0}" type="presOf" srcId="{1DEE10F3-8854-4416-AC66-0194AD531C6D}" destId="{7974A354-C1CE-AC48-A166-1EAAF2BA265F}" srcOrd="1" destOrd="0" presId="urn:microsoft.com/office/officeart/2005/8/layout/vProcess5"/>
    <dgm:cxn modelId="{5BD586BC-41E5-4484-8B58-ECF03C7E5085}" srcId="{F95585E8-1EEF-4A83-A1B2-52B8FB781848}" destId="{D1A96829-8DF7-4BF6-9987-7BB13EC7CBA4}" srcOrd="0" destOrd="0" parTransId="{7A7CD55D-158B-4FE7-8212-2BFF9D6A657A}" sibTransId="{72E00EBB-26EE-47A3-A942-4DCD1A19F73E}"/>
    <dgm:cxn modelId="{CA0849C6-C3D7-4126-9978-3CD0259B0298}" srcId="{F95585E8-1EEF-4A83-A1B2-52B8FB781848}" destId="{1DEE10F3-8854-4416-AC66-0194AD531C6D}" srcOrd="2" destOrd="0" parTransId="{4CE3A6D3-E195-418E-88F8-BA9252784C61}" sibTransId="{C7E0D35A-66AF-49E5-85F4-AEDF9E68BA95}"/>
    <dgm:cxn modelId="{D2327105-D5E2-DA4E-92D0-105296EB91B4}" type="presParOf" srcId="{033D47D1-4475-6643-A6E1-E94AB5B7E8C9}" destId="{FE3AA91A-6EBF-D24B-8840-2D5053E53CB2}" srcOrd="0" destOrd="0" presId="urn:microsoft.com/office/officeart/2005/8/layout/vProcess5"/>
    <dgm:cxn modelId="{E8F4ECA5-0358-C347-B05D-6BD13D20C329}" type="presParOf" srcId="{033D47D1-4475-6643-A6E1-E94AB5B7E8C9}" destId="{05C601FE-EFF7-6A40-909D-34AD1237F31E}" srcOrd="1" destOrd="0" presId="urn:microsoft.com/office/officeart/2005/8/layout/vProcess5"/>
    <dgm:cxn modelId="{30568C0C-F7C8-7E4F-B726-94FA26909CD0}" type="presParOf" srcId="{033D47D1-4475-6643-A6E1-E94AB5B7E8C9}" destId="{0FEE64E4-536B-C041-8AAE-EB9FD58F91FF}" srcOrd="2" destOrd="0" presId="urn:microsoft.com/office/officeart/2005/8/layout/vProcess5"/>
    <dgm:cxn modelId="{ACA9EFD8-55BA-6845-8A97-29E379A99B3E}" type="presParOf" srcId="{033D47D1-4475-6643-A6E1-E94AB5B7E8C9}" destId="{9DC4965F-416A-694B-B15B-E54C84E8046C}" srcOrd="3" destOrd="0" presId="urn:microsoft.com/office/officeart/2005/8/layout/vProcess5"/>
    <dgm:cxn modelId="{C056B7B0-B146-8C45-A4B7-A97FA976A59B}" type="presParOf" srcId="{033D47D1-4475-6643-A6E1-E94AB5B7E8C9}" destId="{1B6828A8-A133-304F-B7A9-5410952C0D00}" srcOrd="4" destOrd="0" presId="urn:microsoft.com/office/officeart/2005/8/layout/vProcess5"/>
    <dgm:cxn modelId="{2F7D12B1-16CD-174D-AE98-D1E8158A24AA}" type="presParOf" srcId="{033D47D1-4475-6643-A6E1-E94AB5B7E8C9}" destId="{F67C9BFC-D3C6-2145-A19D-BDCC6213C718}" srcOrd="5" destOrd="0" presId="urn:microsoft.com/office/officeart/2005/8/layout/vProcess5"/>
    <dgm:cxn modelId="{B32A9B2C-9E79-FA4E-89F8-83972E93F9AD}" type="presParOf" srcId="{033D47D1-4475-6643-A6E1-E94AB5B7E8C9}" destId="{B36ABADA-5202-7D49-BF82-0127E1D87748}" srcOrd="6" destOrd="0" presId="urn:microsoft.com/office/officeart/2005/8/layout/vProcess5"/>
    <dgm:cxn modelId="{1A93BDE1-805A-0444-A661-E11F747FA8E4}" type="presParOf" srcId="{033D47D1-4475-6643-A6E1-E94AB5B7E8C9}" destId="{87E72313-54CA-D94B-AF57-3AE32738DA20}" srcOrd="7" destOrd="0" presId="urn:microsoft.com/office/officeart/2005/8/layout/vProcess5"/>
    <dgm:cxn modelId="{157C62DB-0C80-AC4C-8710-1D55CEA3FFF1}" type="presParOf" srcId="{033D47D1-4475-6643-A6E1-E94AB5B7E8C9}" destId="{7974A354-C1CE-AC48-A166-1EAAF2BA265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E58E06-D0AB-44A1-98BA-93226D47DEF0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5E2182-F506-4ACC-AA4F-B7C756F25E9D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Richiesta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permessi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all’utente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per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l’apertura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della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camera</a:t>
          </a:r>
        </a:p>
      </dgm:t>
    </dgm:pt>
    <dgm:pt modelId="{6F8D0336-B222-4231-ACB2-C86BA01DDA8F}" type="parTrans" cxnId="{DCF6AFA4-584A-46FD-AFFF-ADC7C67A0EEF}">
      <dgm:prSet/>
      <dgm:spPr/>
      <dgm:t>
        <a:bodyPr/>
        <a:lstStyle/>
        <a:p>
          <a:endParaRPr lang="en-US"/>
        </a:p>
      </dgm:t>
    </dgm:pt>
    <dgm:pt modelId="{FE496314-B9BD-4701-947C-A32C0F2977F7}" type="sibTrans" cxnId="{DCF6AFA4-584A-46FD-AFFF-ADC7C67A0EEF}">
      <dgm:prSet/>
      <dgm:spPr/>
      <dgm:t>
        <a:bodyPr/>
        <a:lstStyle/>
        <a:p>
          <a:endParaRPr lang="en-US"/>
        </a:p>
      </dgm:t>
    </dgm:pt>
    <dgm:pt modelId="{BE209F72-33F7-4DC1-A3EB-E899C9F5D8FA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Scansione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Code </a:t>
          </a:r>
        </a:p>
      </dgm:t>
    </dgm:pt>
    <dgm:pt modelId="{38F3CA6B-7FAE-4380-AC85-46CDE979DFC3}" type="parTrans" cxnId="{79CE4298-9F34-4AB1-B48C-3F90CD1B6277}">
      <dgm:prSet/>
      <dgm:spPr/>
      <dgm:t>
        <a:bodyPr/>
        <a:lstStyle/>
        <a:p>
          <a:endParaRPr lang="en-US"/>
        </a:p>
      </dgm:t>
    </dgm:pt>
    <dgm:pt modelId="{CB87D023-A337-48C6-BBD1-E9AC2524DDAC}" type="sibTrans" cxnId="{79CE4298-9F34-4AB1-B48C-3F90CD1B6277}">
      <dgm:prSet/>
      <dgm:spPr/>
      <dgm:t>
        <a:bodyPr/>
        <a:lstStyle/>
        <a:p>
          <a:endParaRPr lang="en-US"/>
        </a:p>
      </dgm:t>
    </dgm:pt>
    <dgm:pt modelId="{F137AF4C-AB34-4E59-BC79-0781BAD6D1ED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Decodifica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del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contenuto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1C3783-E259-4114-BBEC-5451ACF2BDB0}" type="parTrans" cxnId="{72619C92-BDFC-4A75-8A3C-44174903A5E6}">
      <dgm:prSet/>
      <dgm:spPr/>
      <dgm:t>
        <a:bodyPr/>
        <a:lstStyle/>
        <a:p>
          <a:endParaRPr lang="en-US"/>
        </a:p>
      </dgm:t>
    </dgm:pt>
    <dgm:pt modelId="{6403EC9B-0523-40B0-9B23-9808828F1AD0}" type="sibTrans" cxnId="{72619C92-BDFC-4A75-8A3C-44174903A5E6}">
      <dgm:prSet/>
      <dgm:spPr/>
      <dgm:t>
        <a:bodyPr/>
        <a:lstStyle/>
        <a:p>
          <a:endParaRPr lang="en-US"/>
        </a:p>
      </dgm:t>
    </dgm:pt>
    <dgm:pt modelId="{AA415899-709C-4F19-A13A-348189C7A319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Ricomposizione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della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chiave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65ECCD-723E-4696-B8C8-CFA089805609}" type="parTrans" cxnId="{B83CABBA-43A1-41A2-9767-3183D22908CD}">
      <dgm:prSet/>
      <dgm:spPr/>
      <dgm:t>
        <a:bodyPr/>
        <a:lstStyle/>
        <a:p>
          <a:endParaRPr lang="en-US"/>
        </a:p>
      </dgm:t>
    </dgm:pt>
    <dgm:pt modelId="{0BFDA741-027E-4DE7-A2A6-187B7255493F}" type="sibTrans" cxnId="{B83CABBA-43A1-41A2-9767-3183D22908CD}">
      <dgm:prSet/>
      <dgm:spPr/>
      <dgm:t>
        <a:bodyPr/>
        <a:lstStyle/>
        <a:p>
          <a:endParaRPr lang="en-US"/>
        </a:p>
      </dgm:t>
    </dgm:pt>
    <dgm:pt modelId="{A9813D35-7D55-8A41-B031-679ED49A2475}" type="pres">
      <dgm:prSet presAssocID="{21E58E06-D0AB-44A1-98BA-93226D47DEF0}" presName="outerComposite" presStyleCnt="0">
        <dgm:presLayoutVars>
          <dgm:chMax val="5"/>
          <dgm:dir/>
          <dgm:resizeHandles val="exact"/>
        </dgm:presLayoutVars>
      </dgm:prSet>
      <dgm:spPr/>
    </dgm:pt>
    <dgm:pt modelId="{5249ADB4-4FB4-5A48-A2A1-092823337E3C}" type="pres">
      <dgm:prSet presAssocID="{21E58E06-D0AB-44A1-98BA-93226D47DEF0}" presName="dummyMaxCanvas" presStyleCnt="0">
        <dgm:presLayoutVars/>
      </dgm:prSet>
      <dgm:spPr/>
    </dgm:pt>
    <dgm:pt modelId="{DCA6E313-1F51-F747-A320-591E2546E37B}" type="pres">
      <dgm:prSet presAssocID="{21E58E06-D0AB-44A1-98BA-93226D47DEF0}" presName="FourNodes_1" presStyleLbl="node1" presStyleIdx="0" presStyleCnt="4">
        <dgm:presLayoutVars>
          <dgm:bulletEnabled val="1"/>
        </dgm:presLayoutVars>
      </dgm:prSet>
      <dgm:spPr/>
    </dgm:pt>
    <dgm:pt modelId="{3EB6E56A-1538-F74D-B3C1-2CC7731154B6}" type="pres">
      <dgm:prSet presAssocID="{21E58E06-D0AB-44A1-98BA-93226D47DEF0}" presName="FourNodes_2" presStyleLbl="node1" presStyleIdx="1" presStyleCnt="4">
        <dgm:presLayoutVars>
          <dgm:bulletEnabled val="1"/>
        </dgm:presLayoutVars>
      </dgm:prSet>
      <dgm:spPr/>
    </dgm:pt>
    <dgm:pt modelId="{E118DB8D-F4BB-EB47-99EF-EFAE443AD2C3}" type="pres">
      <dgm:prSet presAssocID="{21E58E06-D0AB-44A1-98BA-93226D47DEF0}" presName="FourNodes_3" presStyleLbl="node1" presStyleIdx="2" presStyleCnt="4">
        <dgm:presLayoutVars>
          <dgm:bulletEnabled val="1"/>
        </dgm:presLayoutVars>
      </dgm:prSet>
      <dgm:spPr/>
    </dgm:pt>
    <dgm:pt modelId="{D5BF8252-E4E0-E942-A7AD-E1A146F8DD89}" type="pres">
      <dgm:prSet presAssocID="{21E58E06-D0AB-44A1-98BA-93226D47DEF0}" presName="FourNodes_4" presStyleLbl="node1" presStyleIdx="3" presStyleCnt="4">
        <dgm:presLayoutVars>
          <dgm:bulletEnabled val="1"/>
        </dgm:presLayoutVars>
      </dgm:prSet>
      <dgm:spPr/>
    </dgm:pt>
    <dgm:pt modelId="{9E905928-3E28-EF4A-A55E-3F8F6AE5B4EF}" type="pres">
      <dgm:prSet presAssocID="{21E58E06-D0AB-44A1-98BA-93226D47DEF0}" presName="FourConn_1-2" presStyleLbl="fgAccFollowNode1" presStyleIdx="0" presStyleCnt="3">
        <dgm:presLayoutVars>
          <dgm:bulletEnabled val="1"/>
        </dgm:presLayoutVars>
      </dgm:prSet>
      <dgm:spPr/>
    </dgm:pt>
    <dgm:pt modelId="{60C52B2B-7023-F340-A9ED-37D71183FAF6}" type="pres">
      <dgm:prSet presAssocID="{21E58E06-D0AB-44A1-98BA-93226D47DEF0}" presName="FourConn_2-3" presStyleLbl="fgAccFollowNode1" presStyleIdx="1" presStyleCnt="3">
        <dgm:presLayoutVars>
          <dgm:bulletEnabled val="1"/>
        </dgm:presLayoutVars>
      </dgm:prSet>
      <dgm:spPr/>
    </dgm:pt>
    <dgm:pt modelId="{9141999E-2C22-594E-B10C-9A3FE98BD71A}" type="pres">
      <dgm:prSet presAssocID="{21E58E06-D0AB-44A1-98BA-93226D47DEF0}" presName="FourConn_3-4" presStyleLbl="fgAccFollowNode1" presStyleIdx="2" presStyleCnt="3">
        <dgm:presLayoutVars>
          <dgm:bulletEnabled val="1"/>
        </dgm:presLayoutVars>
      </dgm:prSet>
      <dgm:spPr/>
    </dgm:pt>
    <dgm:pt modelId="{FEA63021-B7C5-FF41-BF51-E2BEAA310250}" type="pres">
      <dgm:prSet presAssocID="{21E58E06-D0AB-44A1-98BA-93226D47DEF0}" presName="FourNodes_1_text" presStyleLbl="node1" presStyleIdx="3" presStyleCnt="4">
        <dgm:presLayoutVars>
          <dgm:bulletEnabled val="1"/>
        </dgm:presLayoutVars>
      </dgm:prSet>
      <dgm:spPr/>
    </dgm:pt>
    <dgm:pt modelId="{F63DCB96-20CC-7544-B6F6-AAFA86FFA76E}" type="pres">
      <dgm:prSet presAssocID="{21E58E06-D0AB-44A1-98BA-93226D47DEF0}" presName="FourNodes_2_text" presStyleLbl="node1" presStyleIdx="3" presStyleCnt="4">
        <dgm:presLayoutVars>
          <dgm:bulletEnabled val="1"/>
        </dgm:presLayoutVars>
      </dgm:prSet>
      <dgm:spPr/>
    </dgm:pt>
    <dgm:pt modelId="{662A60E0-E9BF-6342-B9AF-C9785E79BAA3}" type="pres">
      <dgm:prSet presAssocID="{21E58E06-D0AB-44A1-98BA-93226D47DEF0}" presName="FourNodes_3_text" presStyleLbl="node1" presStyleIdx="3" presStyleCnt="4">
        <dgm:presLayoutVars>
          <dgm:bulletEnabled val="1"/>
        </dgm:presLayoutVars>
      </dgm:prSet>
      <dgm:spPr/>
    </dgm:pt>
    <dgm:pt modelId="{20FD186A-6912-9F40-B178-8A1F4D0E15AE}" type="pres">
      <dgm:prSet presAssocID="{21E58E06-D0AB-44A1-98BA-93226D47DEF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154C101-93EC-1E48-96DF-D4D904CD87ED}" type="presOf" srcId="{8B5E2182-F506-4ACC-AA4F-B7C756F25E9D}" destId="{DCA6E313-1F51-F747-A320-591E2546E37B}" srcOrd="0" destOrd="0" presId="urn:microsoft.com/office/officeart/2005/8/layout/vProcess5"/>
    <dgm:cxn modelId="{F5475303-A5FB-054F-B724-368CC5436CA1}" type="presOf" srcId="{21E58E06-D0AB-44A1-98BA-93226D47DEF0}" destId="{A9813D35-7D55-8A41-B031-679ED49A2475}" srcOrd="0" destOrd="0" presId="urn:microsoft.com/office/officeart/2005/8/layout/vProcess5"/>
    <dgm:cxn modelId="{1B7D510A-E54E-4542-86CE-065FE61E3D13}" type="presOf" srcId="{AA415899-709C-4F19-A13A-348189C7A319}" destId="{D5BF8252-E4E0-E942-A7AD-E1A146F8DD89}" srcOrd="0" destOrd="0" presId="urn:microsoft.com/office/officeart/2005/8/layout/vProcess5"/>
    <dgm:cxn modelId="{45CAE40A-6B7E-9F47-AB63-D97ECEC17FB6}" type="presOf" srcId="{AA415899-709C-4F19-A13A-348189C7A319}" destId="{20FD186A-6912-9F40-B178-8A1F4D0E15AE}" srcOrd="1" destOrd="0" presId="urn:microsoft.com/office/officeart/2005/8/layout/vProcess5"/>
    <dgm:cxn modelId="{4D358E2C-F6A7-C74A-87D3-B6681EFDD49B}" type="presOf" srcId="{FE496314-B9BD-4701-947C-A32C0F2977F7}" destId="{9E905928-3E28-EF4A-A55E-3F8F6AE5B4EF}" srcOrd="0" destOrd="0" presId="urn:microsoft.com/office/officeart/2005/8/layout/vProcess5"/>
    <dgm:cxn modelId="{53B7294D-B9CC-AA4A-B23A-BCB1993B5A2B}" type="presOf" srcId="{F137AF4C-AB34-4E59-BC79-0781BAD6D1ED}" destId="{662A60E0-E9BF-6342-B9AF-C9785E79BAA3}" srcOrd="1" destOrd="0" presId="urn:microsoft.com/office/officeart/2005/8/layout/vProcess5"/>
    <dgm:cxn modelId="{4E360454-A9D6-F446-9446-47E99F863E27}" type="presOf" srcId="{BE209F72-33F7-4DC1-A3EB-E899C9F5D8FA}" destId="{3EB6E56A-1538-F74D-B3C1-2CC7731154B6}" srcOrd="0" destOrd="0" presId="urn:microsoft.com/office/officeart/2005/8/layout/vProcess5"/>
    <dgm:cxn modelId="{69782956-32E2-BB4D-89AD-3990FDA6F51A}" type="presOf" srcId="{BE209F72-33F7-4DC1-A3EB-E899C9F5D8FA}" destId="{F63DCB96-20CC-7544-B6F6-AAFA86FFA76E}" srcOrd="1" destOrd="0" presId="urn:microsoft.com/office/officeart/2005/8/layout/vProcess5"/>
    <dgm:cxn modelId="{2F173A75-9F3A-0A4B-ADD6-D37DEFC3B997}" type="presOf" srcId="{CB87D023-A337-48C6-BBD1-E9AC2524DDAC}" destId="{60C52B2B-7023-F340-A9ED-37D71183FAF6}" srcOrd="0" destOrd="0" presId="urn:microsoft.com/office/officeart/2005/8/layout/vProcess5"/>
    <dgm:cxn modelId="{039F8A91-3DD2-D740-90F8-9C3F741F9A9D}" type="presOf" srcId="{6403EC9B-0523-40B0-9B23-9808828F1AD0}" destId="{9141999E-2C22-594E-B10C-9A3FE98BD71A}" srcOrd="0" destOrd="0" presId="urn:microsoft.com/office/officeart/2005/8/layout/vProcess5"/>
    <dgm:cxn modelId="{72619C92-BDFC-4A75-8A3C-44174903A5E6}" srcId="{21E58E06-D0AB-44A1-98BA-93226D47DEF0}" destId="{F137AF4C-AB34-4E59-BC79-0781BAD6D1ED}" srcOrd="2" destOrd="0" parTransId="{171C3783-E259-4114-BBEC-5451ACF2BDB0}" sibTransId="{6403EC9B-0523-40B0-9B23-9808828F1AD0}"/>
    <dgm:cxn modelId="{79CE4298-9F34-4AB1-B48C-3F90CD1B6277}" srcId="{21E58E06-D0AB-44A1-98BA-93226D47DEF0}" destId="{BE209F72-33F7-4DC1-A3EB-E899C9F5D8FA}" srcOrd="1" destOrd="0" parTransId="{38F3CA6B-7FAE-4380-AC85-46CDE979DFC3}" sibTransId="{CB87D023-A337-48C6-BBD1-E9AC2524DDAC}"/>
    <dgm:cxn modelId="{DCF6AFA4-584A-46FD-AFFF-ADC7C67A0EEF}" srcId="{21E58E06-D0AB-44A1-98BA-93226D47DEF0}" destId="{8B5E2182-F506-4ACC-AA4F-B7C756F25E9D}" srcOrd="0" destOrd="0" parTransId="{6F8D0336-B222-4231-ACB2-C86BA01DDA8F}" sibTransId="{FE496314-B9BD-4701-947C-A32C0F2977F7}"/>
    <dgm:cxn modelId="{BB906DB7-4A17-DA4D-8A5B-0101FD8579E6}" type="presOf" srcId="{8B5E2182-F506-4ACC-AA4F-B7C756F25E9D}" destId="{FEA63021-B7C5-FF41-BF51-E2BEAA310250}" srcOrd="1" destOrd="0" presId="urn:microsoft.com/office/officeart/2005/8/layout/vProcess5"/>
    <dgm:cxn modelId="{B83CABBA-43A1-41A2-9767-3183D22908CD}" srcId="{21E58E06-D0AB-44A1-98BA-93226D47DEF0}" destId="{AA415899-709C-4F19-A13A-348189C7A319}" srcOrd="3" destOrd="0" parTransId="{D665ECCD-723E-4696-B8C8-CFA089805609}" sibTransId="{0BFDA741-027E-4DE7-A2A6-187B7255493F}"/>
    <dgm:cxn modelId="{C8A29EFB-78C6-EF4D-86EB-5CEC802ADCAC}" type="presOf" srcId="{F137AF4C-AB34-4E59-BC79-0781BAD6D1ED}" destId="{E118DB8D-F4BB-EB47-99EF-EFAE443AD2C3}" srcOrd="0" destOrd="0" presId="urn:microsoft.com/office/officeart/2005/8/layout/vProcess5"/>
    <dgm:cxn modelId="{F5F0A716-1DC1-2140-B027-7E03CA07CF6A}" type="presParOf" srcId="{A9813D35-7D55-8A41-B031-679ED49A2475}" destId="{5249ADB4-4FB4-5A48-A2A1-092823337E3C}" srcOrd="0" destOrd="0" presId="urn:microsoft.com/office/officeart/2005/8/layout/vProcess5"/>
    <dgm:cxn modelId="{8F601000-39C0-2A4F-9ADC-F4A3F79C55F1}" type="presParOf" srcId="{A9813D35-7D55-8A41-B031-679ED49A2475}" destId="{DCA6E313-1F51-F747-A320-591E2546E37B}" srcOrd="1" destOrd="0" presId="urn:microsoft.com/office/officeart/2005/8/layout/vProcess5"/>
    <dgm:cxn modelId="{43D0FBE5-63D2-0544-B1DE-E7BBB6BAC8D1}" type="presParOf" srcId="{A9813D35-7D55-8A41-B031-679ED49A2475}" destId="{3EB6E56A-1538-F74D-B3C1-2CC7731154B6}" srcOrd="2" destOrd="0" presId="urn:microsoft.com/office/officeart/2005/8/layout/vProcess5"/>
    <dgm:cxn modelId="{AD98407B-93E7-7F4E-9CD4-CB9C5707D911}" type="presParOf" srcId="{A9813D35-7D55-8A41-B031-679ED49A2475}" destId="{E118DB8D-F4BB-EB47-99EF-EFAE443AD2C3}" srcOrd="3" destOrd="0" presId="urn:microsoft.com/office/officeart/2005/8/layout/vProcess5"/>
    <dgm:cxn modelId="{CFFE22A8-CC5E-B143-9292-3DD2EB40F9B4}" type="presParOf" srcId="{A9813D35-7D55-8A41-B031-679ED49A2475}" destId="{D5BF8252-E4E0-E942-A7AD-E1A146F8DD89}" srcOrd="4" destOrd="0" presId="urn:microsoft.com/office/officeart/2005/8/layout/vProcess5"/>
    <dgm:cxn modelId="{CD796C7D-6CB8-8345-9C1D-A4AEAEE1D9BC}" type="presParOf" srcId="{A9813D35-7D55-8A41-B031-679ED49A2475}" destId="{9E905928-3E28-EF4A-A55E-3F8F6AE5B4EF}" srcOrd="5" destOrd="0" presId="urn:microsoft.com/office/officeart/2005/8/layout/vProcess5"/>
    <dgm:cxn modelId="{BAB20F9E-52BB-0A48-BF6B-6F88C1B6AA5C}" type="presParOf" srcId="{A9813D35-7D55-8A41-B031-679ED49A2475}" destId="{60C52B2B-7023-F340-A9ED-37D71183FAF6}" srcOrd="6" destOrd="0" presId="urn:microsoft.com/office/officeart/2005/8/layout/vProcess5"/>
    <dgm:cxn modelId="{2412C73C-C2DE-7940-BF0E-D1510098C744}" type="presParOf" srcId="{A9813D35-7D55-8A41-B031-679ED49A2475}" destId="{9141999E-2C22-594E-B10C-9A3FE98BD71A}" srcOrd="7" destOrd="0" presId="urn:microsoft.com/office/officeart/2005/8/layout/vProcess5"/>
    <dgm:cxn modelId="{C3DFCFF2-198C-4F4F-87AF-2A768DDEE5D1}" type="presParOf" srcId="{A9813D35-7D55-8A41-B031-679ED49A2475}" destId="{FEA63021-B7C5-FF41-BF51-E2BEAA310250}" srcOrd="8" destOrd="0" presId="urn:microsoft.com/office/officeart/2005/8/layout/vProcess5"/>
    <dgm:cxn modelId="{2116848F-C7E6-5C41-B680-F1CA30E26177}" type="presParOf" srcId="{A9813D35-7D55-8A41-B031-679ED49A2475}" destId="{F63DCB96-20CC-7544-B6F6-AAFA86FFA76E}" srcOrd="9" destOrd="0" presId="urn:microsoft.com/office/officeart/2005/8/layout/vProcess5"/>
    <dgm:cxn modelId="{B91D2B3C-B7D2-3F4F-9A77-6DA8916F8C7A}" type="presParOf" srcId="{A9813D35-7D55-8A41-B031-679ED49A2475}" destId="{662A60E0-E9BF-6342-B9AF-C9785E79BAA3}" srcOrd="10" destOrd="0" presId="urn:microsoft.com/office/officeart/2005/8/layout/vProcess5"/>
    <dgm:cxn modelId="{0C32031F-661B-AD40-99C4-02A3864F53FB}" type="presParOf" srcId="{A9813D35-7D55-8A41-B031-679ED49A2475}" destId="{20FD186A-6912-9F40-B178-8A1F4D0E15A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0F503-B3C9-4374-BC32-89AEA6A67E2E}">
      <dsp:nvSpPr>
        <dsp:cNvPr id="0" name=""/>
        <dsp:cNvSpPr/>
      </dsp:nvSpPr>
      <dsp:spPr>
        <a:xfrm>
          <a:off x="0" y="554"/>
          <a:ext cx="9414935" cy="129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C788B-F65B-4609-A416-8B1B437CB531}">
      <dsp:nvSpPr>
        <dsp:cNvPr id="0" name=""/>
        <dsp:cNvSpPr/>
      </dsp:nvSpPr>
      <dsp:spPr>
        <a:xfrm>
          <a:off x="392710" y="292653"/>
          <a:ext cx="714019" cy="7140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58FA2-90D7-4FC3-89AC-597F109130FC}">
      <dsp:nvSpPr>
        <dsp:cNvPr id="0" name=""/>
        <dsp:cNvSpPr/>
      </dsp:nvSpPr>
      <dsp:spPr>
        <a:xfrm>
          <a:off x="1499440" y="554"/>
          <a:ext cx="7915494" cy="129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395" tIns="137395" rIns="137395" bIns="13739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È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una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raccolta</a:t>
          </a:r>
          <a:r>
            <a:rPr lang="en-GB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GB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strumenti</a:t>
          </a:r>
          <a:r>
            <a:rPr lang="en-GB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progettati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per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facilitare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lo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sviluppo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applicazioni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specifiche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piattaforme</a:t>
          </a: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99440" y="554"/>
        <a:ext cx="7915494" cy="1298216"/>
      </dsp:txXfrm>
    </dsp:sp>
    <dsp:sp modelId="{D6094EC4-A819-4EC9-B6AC-FB34DE3661B7}">
      <dsp:nvSpPr>
        <dsp:cNvPr id="0" name=""/>
        <dsp:cNvSpPr/>
      </dsp:nvSpPr>
      <dsp:spPr>
        <a:xfrm>
          <a:off x="0" y="1623325"/>
          <a:ext cx="9414935" cy="129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764409-AD96-4C3E-B10C-11CA60220C05}">
      <dsp:nvSpPr>
        <dsp:cNvPr id="0" name=""/>
        <dsp:cNvSpPr/>
      </dsp:nvSpPr>
      <dsp:spPr>
        <a:xfrm>
          <a:off x="392710" y="1915424"/>
          <a:ext cx="714019" cy="7140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E63AD-729B-40F4-9E43-8CDC43A33164}">
      <dsp:nvSpPr>
        <dsp:cNvPr id="0" name=""/>
        <dsp:cNvSpPr/>
      </dsp:nvSpPr>
      <dsp:spPr>
        <a:xfrm>
          <a:off x="1499440" y="1623325"/>
          <a:ext cx="7915494" cy="129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395" tIns="137395" rIns="137395" bIns="13739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È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stato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sviluppato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un SDK in Kotlin Multiplatform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genera un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eseguibile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utilizzabile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sistemi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operativi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99440" y="1623325"/>
        <a:ext cx="7915494" cy="1298216"/>
      </dsp:txXfrm>
    </dsp:sp>
    <dsp:sp modelId="{2ABE26DA-1432-412F-9E98-404714FA3D9D}">
      <dsp:nvSpPr>
        <dsp:cNvPr id="0" name=""/>
        <dsp:cNvSpPr/>
      </dsp:nvSpPr>
      <dsp:spPr>
        <a:xfrm>
          <a:off x="0" y="3246096"/>
          <a:ext cx="9414935" cy="12982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D01EE-CB92-4DF3-A952-2448484B2D8D}">
      <dsp:nvSpPr>
        <dsp:cNvPr id="0" name=""/>
        <dsp:cNvSpPr/>
      </dsp:nvSpPr>
      <dsp:spPr>
        <a:xfrm>
          <a:off x="392710" y="3538195"/>
          <a:ext cx="714019" cy="7140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0F438-0714-4052-9162-B3877D3873B2}">
      <dsp:nvSpPr>
        <dsp:cNvPr id="0" name=""/>
        <dsp:cNvSpPr/>
      </dsp:nvSpPr>
      <dsp:spPr>
        <a:xfrm>
          <a:off x="1499440" y="3246096"/>
          <a:ext cx="7915494" cy="1298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395" tIns="137395" rIns="137395" bIns="13739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Questo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permette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scrivere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il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codice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una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sola volta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usarlo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Android, iOS, Linux e in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progetti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scritti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linguaggi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come Java, Swift o JavaScript. </a:t>
          </a:r>
        </a:p>
      </dsp:txBody>
      <dsp:txXfrm>
        <a:off x="1499440" y="3246096"/>
        <a:ext cx="7915494" cy="12982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601FE-EFF7-6A40-909D-34AD1237F31E}">
      <dsp:nvSpPr>
        <dsp:cNvPr id="0" name=""/>
        <dsp:cNvSpPr/>
      </dsp:nvSpPr>
      <dsp:spPr>
        <a:xfrm>
          <a:off x="0" y="0"/>
          <a:ext cx="3008747" cy="186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2433" y="32433"/>
        <a:ext cx="1042480" cy="1798338"/>
      </dsp:txXfrm>
    </dsp:sp>
    <dsp:sp modelId="{0FEE64E4-536B-C041-8AAE-EB9FD58F91FF}">
      <dsp:nvSpPr>
        <dsp:cNvPr id="0" name=""/>
        <dsp:cNvSpPr/>
      </dsp:nvSpPr>
      <dsp:spPr>
        <a:xfrm>
          <a:off x="265477" y="2173739"/>
          <a:ext cx="3008747" cy="186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10353" y="2218615"/>
        <a:ext cx="1442434" cy="1773452"/>
      </dsp:txXfrm>
    </dsp:sp>
    <dsp:sp modelId="{9DC4965F-416A-694B-B15B-E54C84E8046C}">
      <dsp:nvSpPr>
        <dsp:cNvPr id="0" name=""/>
        <dsp:cNvSpPr/>
      </dsp:nvSpPr>
      <dsp:spPr>
        <a:xfrm>
          <a:off x="530955" y="4347478"/>
          <a:ext cx="3008747" cy="186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575831" y="4392354"/>
        <a:ext cx="1442434" cy="1773452"/>
      </dsp:txXfrm>
    </dsp:sp>
    <dsp:sp modelId="{1B6828A8-A133-304F-B7A9-5410952C0D00}">
      <dsp:nvSpPr>
        <dsp:cNvPr id="0" name=""/>
        <dsp:cNvSpPr/>
      </dsp:nvSpPr>
      <dsp:spPr>
        <a:xfrm>
          <a:off x="2124420" y="1478655"/>
          <a:ext cx="839607" cy="84681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313332" y="1478655"/>
        <a:ext cx="461783" cy="639010"/>
      </dsp:txXfrm>
    </dsp:sp>
    <dsp:sp modelId="{F67C9BFC-D3C6-2145-A19D-BDCC6213C718}">
      <dsp:nvSpPr>
        <dsp:cNvPr id="0" name=""/>
        <dsp:cNvSpPr/>
      </dsp:nvSpPr>
      <dsp:spPr>
        <a:xfrm>
          <a:off x="2349769" y="3727280"/>
          <a:ext cx="840394" cy="9041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538858" y="3727280"/>
        <a:ext cx="462216" cy="6961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6E313-1F51-F747-A320-591E2546E37B}">
      <dsp:nvSpPr>
        <dsp:cNvPr id="0" name=""/>
        <dsp:cNvSpPr/>
      </dsp:nvSpPr>
      <dsp:spPr>
        <a:xfrm>
          <a:off x="0" y="0"/>
          <a:ext cx="4760776" cy="8598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Richiesta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dei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permessi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all’utente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per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l’apertura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della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camera</a:t>
          </a:r>
        </a:p>
      </dsp:txBody>
      <dsp:txXfrm>
        <a:off x="25185" y="25185"/>
        <a:ext cx="3760228" cy="809519"/>
      </dsp:txXfrm>
    </dsp:sp>
    <dsp:sp modelId="{3EB6E56A-1538-F74D-B3C1-2CC7731154B6}">
      <dsp:nvSpPr>
        <dsp:cNvPr id="0" name=""/>
        <dsp:cNvSpPr/>
      </dsp:nvSpPr>
      <dsp:spPr>
        <a:xfrm>
          <a:off x="398714" y="1016232"/>
          <a:ext cx="4760776" cy="85988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Scansione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dei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Qr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Code </a:t>
          </a:r>
        </a:p>
      </dsp:txBody>
      <dsp:txXfrm>
        <a:off x="423899" y="1041417"/>
        <a:ext cx="3752762" cy="809519"/>
      </dsp:txXfrm>
    </dsp:sp>
    <dsp:sp modelId="{E118DB8D-F4BB-EB47-99EF-EFAE443AD2C3}">
      <dsp:nvSpPr>
        <dsp:cNvPr id="0" name=""/>
        <dsp:cNvSpPr/>
      </dsp:nvSpPr>
      <dsp:spPr>
        <a:xfrm>
          <a:off x="791479" y="2032465"/>
          <a:ext cx="4760776" cy="85988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Decodifica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del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contenuto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6664" y="2057650"/>
        <a:ext cx="3758713" cy="809519"/>
      </dsp:txXfrm>
    </dsp:sp>
    <dsp:sp modelId="{D5BF8252-E4E0-E942-A7AD-E1A146F8DD89}">
      <dsp:nvSpPr>
        <dsp:cNvPr id="0" name=""/>
        <dsp:cNvSpPr/>
      </dsp:nvSpPr>
      <dsp:spPr>
        <a:xfrm>
          <a:off x="1190193" y="3048698"/>
          <a:ext cx="4760776" cy="85988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Ricomposizione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della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chiave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15378" y="3073883"/>
        <a:ext cx="3752762" cy="809519"/>
      </dsp:txXfrm>
    </dsp:sp>
    <dsp:sp modelId="{9E905928-3E28-EF4A-A55E-3F8F6AE5B4EF}">
      <dsp:nvSpPr>
        <dsp:cNvPr id="0" name=""/>
        <dsp:cNvSpPr/>
      </dsp:nvSpPr>
      <dsp:spPr>
        <a:xfrm>
          <a:off x="4201847" y="658597"/>
          <a:ext cx="558928" cy="5589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327606" y="658597"/>
        <a:ext cx="307410" cy="420593"/>
      </dsp:txXfrm>
    </dsp:sp>
    <dsp:sp modelId="{60C52B2B-7023-F340-A9ED-37D71183FAF6}">
      <dsp:nvSpPr>
        <dsp:cNvPr id="0" name=""/>
        <dsp:cNvSpPr/>
      </dsp:nvSpPr>
      <dsp:spPr>
        <a:xfrm>
          <a:off x="4600562" y="1674829"/>
          <a:ext cx="558928" cy="5589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726321" y="1674829"/>
        <a:ext cx="307410" cy="420593"/>
      </dsp:txXfrm>
    </dsp:sp>
    <dsp:sp modelId="{9141999E-2C22-594E-B10C-9A3FE98BD71A}">
      <dsp:nvSpPr>
        <dsp:cNvPr id="0" name=""/>
        <dsp:cNvSpPr/>
      </dsp:nvSpPr>
      <dsp:spPr>
        <a:xfrm>
          <a:off x="4993326" y="2691062"/>
          <a:ext cx="558928" cy="5589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119085" y="2691062"/>
        <a:ext cx="307410" cy="420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09:37:53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472 52 24575,'-70'-8'0,"-1"1"0,0-1 0,12 2 0,-14-2 0,-13-2 0,44 5 0,44 5 0,0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09:38:06.89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1115 144 24575,'-18'-2'0,"2"-1"0,9 0 0,2-2 0,3-1 0,2 0 0,0 0 0,0 2 0,2-3 0,-1 3 0,2-2 0,-1 1 0,-1 1 0,0-2 0,-1 1 0,0 0 0,0-2 0,0 3 0,0-2 0,0 1 0,-1 0 0,-1 0 0,-2 2 0,-2 0 0,2 1 0,-3 1 0,-1 1 0,-2 0 0,-3 0 0,-2 0 0,-3 0 0,-1 0 0,-1 0 0,-1 0 0,0 0 0,1 0 0,0 0 0,1 1 0,2-1 0,1 2 0,1 1 0,1 0 0,0-1 0,1-1 0,0-1 0,2 0 0,1 0 0,2 0 0,-1 0 0,1 0 0,0 0 0,0 0 0,1 0 0,-1 0 0,1 0 0,-2 0 0,0 0 0,-1 0 0,-1 0 0,1 0 0,0 0 0,-1 0 0,1 0 0,-1 0 0,0 0 0,0 0 0,0 0 0,-1 0 0,0 0 0,1 0 0,-1 0 0,-1 0 0,0 0 0,1 0 0,-1 0 0,2 0 0,1 0 0,-1 0 0,0 0 0,0 0 0,-1 0 0,1 0 0,-1 0 0,1 0 0,1 0 0,-1 0 0,1 0 0,0 0 0,0 0 0,1 0 0,-1 1 0,0 0 0,0 0 0,0 2 0,0-1 0,0 1 0,0-1 0,0-1 0,-1 0 0,1 1 0,0-1 0,1 0 0,-1-1 0,1 1 0,1 0 0,0 0 0,0 0 0,1 0 0,0 0 0,-1 1 0,2-1 0,-1 0 0,1 0 0,1-1 0,-1 0 0,2 0 0,-3 0 0,3 0 0,-2 0 0,1 0 0,1-2 0,-2-1 0,3-1 0,0-1 0,2 1 0,1-2 0,3 1 0,2 1 0,2-1 0,-1 2 0,0-1 0,-1 1 0,-2 0 0,2 2 0,1 1 0,-1 0 0,1 0 0,-2 0 0,2 0 0,0 0 0,-1 0 0,1 0 0,-2 0 0,2 0 0,0 0 0,-2 0 0,3 0 0,-2 0 0,0 0 0,2 0 0,-2 0 0,2 0 0,-1 0 0,-1 0 0,1-1 0,1 0 0,-1-1 0,0 0 0,0 0 0,0 1 0,-1 0 0,0 0 0,0 1 0,-15 8 0,5-5 0,-14 6 0,9-7 0,-1-2 0,-1 0 0,0 0 0,0 0 0,-1 0 0,3 0 0,2 0 0,3 0 0,1 0 0,-2 0 0,2-1 0,-2 0 0,-1 0 0,2 1 0,-1 0 0,1 0 0,1 0 0,-3-2 0,2 1 0,0-2 0,0-1 0,2 1 0,-1 0 0,0-1 0,0 2 0,-3 0 0,4 8 0,-1-3 0,3 4 0,1-4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09:38:17.55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67 24575,'21'0'0,"-2"0"0,-4 0 0,-2 0 0,0 0 0,0 0 0,0 0 0,1 0 0,0 0 0,0 0 0,-1 0 0,1 0 0,-1 0 0,0 0 0,0 0 0,-2 0 0,1 0 0,0 0 0,0 0 0,-2 0 0,1 0 0,-2 0 0,1 0 0,-1 0 0,-1 0 0,1 0 0,-2 0 0,0 0 0,0 0 0,1 0 0,-1 0 0,0 0 0,0 0 0,1 0 0,1 0 0,1 0 0,1 0 0,1 0 0,0 0 0,1 0 0,1 0 0,0 0 0,0 0 0,1 0 0,-1-1 0,1-1 0,-1-1 0,0 1 0,1 2 0,0 0 0,1 0 0,-1 0 0,0 0 0,0 0 0,1 0 0,-1 0 0,-1 0 0,-1 0 0,-1 0 0,-1 0 0,0 0 0,0 0 0,-2 0 0,0-1 0,-1 0 0,-1 0 0,2 0 0,-1 1 0,0 0 0,1 0 0,-2 0 0,0 0 0,0-1 0,1 0 0,0 0 0,2 1 0,1 0 0,1-1 0,1 0 0,2-1 0,0 0 0,-1 0 0,1 0 0,-1 0 0,-1 0 0,0 0 0,-1 0 0,-1 1 0,0 0 0,0 1 0,1 0 0,1 0 0,0 0 0,-1 0 0,1 0 0,0 0 0,-1 0 0,0 0 0,1 0 0,0 0 0,1 0 0,0 0 0,2 0 0,0 0 0,-1 0 0,0 0 0,-1 0 0,-1 0 0,-1 0 0,-1 0 0,-2 0 0,0 0 0,-2 0 0,0 0 0,1 0 0,-1-1 0,1 0 0,1 0 0,-1 1 0,1 0 0,0 0 0,0 0 0,0 0 0,0 0 0,0 0 0,1-1 0,-1 0 0,1 0 0,0-1 0,1 1 0,1 0 0,0-1 0,1 1 0,0 0 0,2-1 0,0 1 0,-1 0 0,0 1 0,0 0 0,-1 0 0,0-1 0,0 0 0,0 0 0,-2 0 0,1 1 0,0 0 0,0 0 0,1 0 0,0 0 0,0 0 0,2 0 0,-1 0 0,1-1 0,0 0 0,0 0 0,0 1 0,0 0 0,-1 0 0,0 0 0,0 0 0,0 0 0,1 0 0,-1 0 0,1 0 0,0 0 0,-1 0 0,1 0 0,0 0 0,-1 0 0,0 0 0,0 0 0,-1 0 0,1 0 0,0 0 0,1 0 0,-1 0 0,1 0 0,0 0 0,-1 0 0,0 0 0,-2 0 0,-2 0 0,0 0 0,-2 0 0,-1 0 0,0 0 0,1 0 0,-1 0 0,0 0 0,1 0 0,-1 0 0,0 0 0,0 0 0,1 0 0,-1 0 0,0 0 0,1 0 0,-1 0 0,-1 0 0,0 0 0,-1 0 0,1 0 0,0 0 0,1 0 0,0 0 0,0 0 0,0 0 0,-1 0 0,-1 0 0,0 0 0,0 1 0,0 0 0,0 3 0,-1-1 0,1 1 0,-1-2 0,1 1 0,0-1 0,-1 1 0,1 0 0,0 0 0,0-2 0,0 2 0,0-1 0,0-1 0,1 1 0,-3 0 0,3-1 0,-1 2 0,0-3 0,-1-5 0,-2 1 0,-1-7 0,-1 6 0,1 1 0,1-1 0,2 1 0,-1 0 0,2 0 0,-1 2 0,1 0 0,0 1 0,1 1 0,-1 0 0,0 3 0,-2 0 0,0 3 0,0-1 0,-1 0 0,1 1 0,-1-1 0,-1 0 0,-1 1 0,0-1 0,0 0 0,-5 0 0,1-3 0,-4 0 0,3-2 0,0 0 0,-2 0 0,0 0 0,0 0 0,1 0 0,0 0 0,0 0 0,0 0 0,0 0 0,1 0 0,-1 0 0,-1 0 0,0 0 0,0 0 0,0 0 0,-1 0 0,-1 0 0,0 0 0,-2 0 0,0 0 0,0 0 0,-1 0 0,0 0 0,-1 0 0,-1 0 0,-1 0 0,-1 0 0,0 0 0,-1 0 0,1 0 0,-1 0 0,-1 0 0,-1 0 0,1 0 0,0 0 0,-1 0 0,1 0 0,-2 0 0,1 0 0,0 0 0,2 0 0,0 0 0,1 0 0,0 0 0,0 0 0,-1 0 0,-2 0 0,-2 0 0,-1 0 0,-2 0 0,0 0 0,1 0 0,1 0 0,0 0 0,2-1 0,0 0 0,1-1 0,2-1 0,-1 0 0,2-1 0,0 2 0,0 0 0,0 0 0,0-1 0,-1 1 0,-1 1 0,-1-1 0,0 2 0,-2 0 0,0-1 0,0 1 0,1-2 0,0 1 0,0 1 0,0-1 0,-1-1 0,0 0 0,1 0 0,0 0 0,1 0 0,2-1 0,-1 2 0,2-1 0,1 0 0,0 1 0,2 0 0,1 1 0,2 0 0,-1 0 0,2 0 0,-1 0 0,0 0 0,0 0 0,-1 0 0,1 0 0,-1 0 0,1 0 0,-1 0 0,1 0 0,-1 0 0,-1 0 0,-1 0 0,-1 0 0,0 0 0,1 1 0,0 1 0,2 1 0,0 1 0,2-2 0,3 1 0,2-1 0,17 4 0,-4-3 0,13 2 0,-9-4 0,-1 0 0,-2-1 0,-2 0 0,0 0 0,0 0 0,-1 0 0,0 0 0,0 0 0,0 0 0,-2 0 0,0 0 0,0 0 0,1 0 0,-1 0 0,1 0 0,-2 0 0,2 0 0,-1 1 0,1 0 0,-2 0 0,2 0 0,0 0 0,0 1 0,1 1 0,1-1 0,3 0 0,0 1 0,3 1 0,0 1 0,0 0 0,0 0 0,-1-2 0,0 1 0,-1 0 0,-2 0 0,1-1 0,-2-1 0,0 0 0,-1-1 0,0 0 0,0 0 0,1 0 0,-1 0 0,-1 0 0,1-1 0,-1 1 0,0 0 0,1 0 0,-1 0 0,0 0 0,0 1 0,-1 0 0,0-1 0,1 1 0,0-1 0,0 1 0,0 0 0,1 0 0,-1-1 0,0 0 0,1 0 0,0 0 0,0 0 0,2 0 0,-1 0 0,0 0 0,0 0 0,-1-1 0,1 0 0,-1 0 0,-1 0 0,-1 0 0,-2 0 0,3 0 0,-3 0 0,2 0 0,-1 0 0,-1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09:38:21.4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044B2-5933-7743-8BC8-BF9E68980BD5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DA7F-4C68-7045-9D4B-DAEC016E842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791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DA7F-4C68-7045-9D4B-DAEC016E842F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0704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2770-CBD2-E7C3-08D9-E59BFB1E1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B59B0-93B7-F02D-3E86-77F325391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C6DB-F458-5986-059C-BDD722AB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63AB6-B63A-EE2F-3D65-31629963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44A1-EC6D-8343-C947-3B9B67A4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4542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58BB-D3D6-CDEB-EA7E-C2AC60E2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F5D2-6844-7876-176E-80E64E5B2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7495B-A3AE-693B-2C30-81F11F9A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80D04-C0B5-DB67-9C11-545D87A3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21B26-1B19-C087-4554-E28DC34E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5527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FF84-3B02-B77D-F99F-DB81EE94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DAB5-43B3-5095-8ACA-900FA49EC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B8F85-4886-3526-00C4-1405A09B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AB7D-0B66-6D76-916D-4B45D88E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3C178-214B-209F-B023-A7B7A7B9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5572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03CB-7DDF-D1E7-F896-97BEB649A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06DB9-1ED7-3853-8F64-D4E7565CD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57551-22EE-6193-C939-5AD994B47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1FFD4-9D08-3EDC-8F79-B078E069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30A41-ACF7-C728-8153-975EB60F0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D2932-6BBC-1426-A741-5AAF1436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7223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E05E-7BF1-5D7B-380B-8883F0964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151BB-04D0-57CA-05CC-8D851580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0FA50-00DE-9078-EE53-AA52C3FF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7FA21-11A9-737D-FB06-3EAF250A7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0BCB88-431C-76A3-A87A-591DDF667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D3A79-0A01-7BD3-3120-0EE3923A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5C881-CE8F-A4A8-4268-0DEB3BFF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812AF-2303-6B9C-8763-18B9CD00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1708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89E9-9ACA-30DB-C256-EB65D91B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2F432-D6AD-CC8B-CD87-DB4B7766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C8301-95E0-1D64-8C07-EA1FAEBF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28F99-8E6A-C8CD-55A3-F3547926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566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C986F-E295-3F8F-6612-FEE18872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5BBC7-E1C1-B337-C833-795B59B1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15D4B-9435-337C-57BA-4336BDFF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549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ABD4-A883-1C60-3F9A-76C1BFA2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CD69E-B110-F807-7C4B-04F02B53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6A88C-E0CC-93D0-9D4E-AC85F8E98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5AEB1-BCB4-C12E-F3D4-536D0F99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B986-4EF6-62FD-FAA8-F6F1A641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361B0-E15C-FDD9-8C07-93A53FD4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3911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4D55-7176-A660-D93C-2F747D92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B42C2-1CB0-BEFB-37D3-361FD7087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A0F82-07B6-03E8-06C1-41B747DB0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4F877-740E-2D94-AA07-AF6DC37E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C25C6-9E6F-D5F7-41D4-93607097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EBE32-8A7C-6286-06CE-2DF678DE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6804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8F50-5FC3-4DE8-B703-64723CC5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58971-492B-BAA6-C703-0A2FF4267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423C8-8158-4C43-5942-7E299C77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C31FA-669C-7242-3967-76E127DD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22F6-F1F9-D706-29C9-9B5ABDB2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9435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C5367-8D4B-0E18-1BE7-C4FB12F4A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4EE77-0BEE-624F-F5B9-DE0C6896F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A04E-407A-F50A-8B95-10EDDF39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F1E2-E9DB-4CE8-7900-57DF6621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7650F-4297-7039-EFC6-F43F148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705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3449F-9BA4-BDD1-843F-D1EE5985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DCB3A-A8CE-FB79-5D6C-A161ABAC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0084-AD2D-8428-B54B-C2B230F22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2B4C9-4BDD-4E43-A48E-0080A9B77D6C}" type="datetimeFigureOut">
              <a:rPr lang="en-IT" smtClean="0"/>
              <a:t>05/11/24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083F6-0E47-EBAC-F72F-BF859F8CF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4FD8C-D698-6482-5B44-78A711A05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C89BC-F8C1-3F46-8D36-F9D52C48140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6787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1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2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1image66568816">
            <a:extLst>
              <a:ext uri="{FF2B5EF4-FFF2-40B4-BE49-F238E27FC236}">
                <a16:creationId xmlns:a16="http://schemas.microsoft.com/office/drawing/2014/main" id="{BDFE21D1-6247-5639-2630-0625427D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246" y="16887"/>
            <a:ext cx="2050038" cy="307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501A14-F404-A97D-2352-132D613AA606}"/>
              </a:ext>
            </a:extLst>
          </p:cNvPr>
          <p:cNvSpPr txBox="1"/>
          <p:nvPr/>
        </p:nvSpPr>
        <p:spPr>
          <a:xfrm>
            <a:off x="1812480" y="3244335"/>
            <a:ext cx="8567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Migliorare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la </a:t>
            </a:r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sicurezza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nelle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applicazioni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bancarie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:</a:t>
            </a:r>
            <a:b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</a:b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Logo </a:t>
            </a:r>
            <a:r>
              <a:rPr lang="en-GB" sz="32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dinamico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con </a:t>
            </a:r>
            <a:r>
              <a:rPr lang="en-GB" sz="3200" dirty="0"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K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otlin </a:t>
            </a:r>
            <a:r>
              <a:rPr lang="en-GB" sz="3200" dirty="0"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M</a:t>
            </a:r>
            <a:r>
              <a:rPr lang="en-GB" sz="3200" dirty="0">
                <a:effectLst/>
                <a:latin typeface="Baskerville" panose="02020502070401020303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ultiplatform</a:t>
            </a:r>
            <a:endParaRPr lang="en-GB" sz="3200" dirty="0"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34581-1463-3956-49F3-DEC9B0597362}"/>
              </a:ext>
            </a:extLst>
          </p:cNvPr>
          <p:cNvSpPr txBox="1"/>
          <p:nvPr/>
        </p:nvSpPr>
        <p:spPr>
          <a:xfrm>
            <a:off x="661736" y="4767461"/>
            <a:ext cx="2610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/>
              <a:t>Relatore:</a:t>
            </a:r>
          </a:p>
          <a:p>
            <a:r>
              <a:rPr lang="en-IT" dirty="0"/>
              <a:t>Prof. Ferruccio Damiani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E74AA-55F2-5450-FBDE-E73577FD80F6}"/>
              </a:ext>
            </a:extLst>
          </p:cNvPr>
          <p:cNvSpPr txBox="1"/>
          <p:nvPr/>
        </p:nvSpPr>
        <p:spPr>
          <a:xfrm>
            <a:off x="8919414" y="4767461"/>
            <a:ext cx="2610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T" b="1" dirty="0"/>
              <a:t>Candidato</a:t>
            </a:r>
            <a:r>
              <a:rPr lang="en-IT" dirty="0"/>
              <a:t>:</a:t>
            </a:r>
          </a:p>
          <a:p>
            <a:pPr algn="r"/>
            <a:r>
              <a:rPr lang="en-IT" dirty="0"/>
              <a:t>V</a:t>
            </a:r>
            <a:r>
              <a:rPr lang="en-GB" dirty="0"/>
              <a:t>a</a:t>
            </a:r>
            <a:r>
              <a:rPr lang="en-IT" dirty="0"/>
              <a:t>lerio Gozzellino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0C1C7-8F41-275E-4980-9BD38D343D03}"/>
              </a:ext>
            </a:extLst>
          </p:cNvPr>
          <p:cNvSpPr txBox="1"/>
          <p:nvPr/>
        </p:nvSpPr>
        <p:spPr>
          <a:xfrm>
            <a:off x="4790574" y="5826948"/>
            <a:ext cx="2610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b="1" dirty="0"/>
              <a:t>Anno accademico</a:t>
            </a:r>
            <a:r>
              <a:rPr lang="en-IT" dirty="0"/>
              <a:t>:</a:t>
            </a:r>
          </a:p>
          <a:p>
            <a:pPr algn="ctr"/>
            <a:r>
              <a:rPr lang="it-IT" dirty="0"/>
              <a:t>2023/2024</a:t>
            </a:r>
            <a:endParaRPr lang="en-IT" dirty="0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941C308-211D-F8B2-4EF1-EF5C491EA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11" y="970215"/>
            <a:ext cx="34798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2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6E6629-4BF3-5E11-0F58-13823D32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03" y="1441113"/>
            <a:ext cx="3279911" cy="4371974"/>
          </a:xfrm>
        </p:spPr>
        <p:txBody>
          <a:bodyPr>
            <a:normAutofit/>
          </a:bodyPr>
          <a:lstStyle/>
          <a:p>
            <a:r>
              <a:rPr lang="en-IT" sz="4000" dirty="0">
                <a:solidFill>
                  <a:schemeClr val="tx2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piano 	formativo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3A60-FEFF-ABEF-BF47-E36B5B324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047" y="1210962"/>
            <a:ext cx="6464148" cy="4081991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Questa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tesi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si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concentra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sull’approfondimento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delle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competenze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legate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agli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algoritmi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</a:t>
            </a:r>
            <a:r>
              <a:rPr lang="en-GB" sz="2400" b="1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creazione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 </a:t>
            </a:r>
            <a:r>
              <a:rPr lang="en-GB" sz="2400" b="1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validazione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un </a:t>
            </a:r>
            <a:r>
              <a:rPr lang="en-GB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Logo </a:t>
            </a:r>
            <a:r>
              <a:rPr lang="en-GB" sz="2400" b="1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Dinamico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en-GB" sz="2400" dirty="0">
              <a:solidFill>
                <a:schemeClr val="tx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L’obiettivo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principale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e’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quello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realizzare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un </a:t>
            </a:r>
            <a:r>
              <a:rPr lang="en-GB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SDK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(Software Development Kit). 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tx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viluppato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in </a:t>
            </a:r>
            <a:r>
              <a:rPr lang="en-GB" sz="2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Kotlin Multiplatform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, un </a:t>
            </a:r>
            <a:r>
              <a:rPr lang="en-GB" sz="2400" i="1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innovativo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linguaggio</a:t>
            </a:r>
            <a:r>
              <a:rPr lang="en-GB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</a:t>
            </a:r>
            <a:r>
              <a:rPr lang="en-GB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programmazione</a:t>
            </a:r>
            <a:r>
              <a:rPr lang="en-GB" sz="2400" dirty="0">
                <a:solidFill>
                  <a:schemeClr val="tx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en-IT" sz="2400" b="1" dirty="0">
              <a:solidFill>
                <a:schemeClr val="tx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7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2EBBE-E500-6ACF-FD66-F88EEF7F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89732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Che </a:t>
            </a:r>
            <a:r>
              <a:rPr lang="en-US" sz="40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cos’è</a:t>
            </a:r>
            <a: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un </a:t>
            </a:r>
            <a:b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</a:t>
            </a:r>
            <a:r>
              <a:rPr lang="en-US" sz="4000" i="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LOGO DINAMICO</a:t>
            </a:r>
            <a: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92DFD-6989-C3BD-C6A2-07D36F5BF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498" y="649480"/>
            <a:ext cx="4438893" cy="5546047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 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un’immagine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visualizzata su un dispositivo che cambia costantemente aspetto nel tempo</a:t>
            </a:r>
          </a:p>
          <a:p>
            <a:pPr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Subisce 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variazioni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rendendo unico e difficili da replicare o contraffare</a:t>
            </a:r>
          </a:p>
          <a:p>
            <a:pPr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utile nelle 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applicazioni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bancarie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dove viene utilizzato per autenticare in modo sicuro e univoco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 eseguiti dagli utenti </a:t>
            </a: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omputer and a cell phone&#10;&#10;Description automatically generated">
            <a:extLst>
              <a:ext uri="{FF2B5EF4-FFF2-40B4-BE49-F238E27FC236}">
                <a16:creationId xmlns:a16="http://schemas.microsoft.com/office/drawing/2014/main" id="{68FA76A2-2482-5BCA-4B39-FBCB674C4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92" r="-2" b="-2"/>
          <a:stretch/>
        </p:blipFill>
        <p:spPr>
          <a:xfrm>
            <a:off x="8521400" y="1636711"/>
            <a:ext cx="3615776" cy="36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0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D527B4-6043-FB96-C126-13462E70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IT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Soluzioni Tecnologiche 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C2902EDF-D3A1-7365-30CF-B493DF3B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344" y="2257608"/>
            <a:ext cx="3061813" cy="171461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9DE6E24-2155-57C9-F132-02F024DF0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498" y="2025118"/>
            <a:ext cx="2133001" cy="2133001"/>
          </a:xfrm>
          <a:prstGeom prst="rect">
            <a:avLst/>
          </a:prstGeom>
        </p:spPr>
      </p:pic>
      <p:pic>
        <p:nvPicPr>
          <p:cNvPr id="7" name="Picture 6" descr="A purple and purple cubes with black text&#10;&#10;Description automatically generated">
            <a:extLst>
              <a:ext uri="{FF2B5EF4-FFF2-40B4-BE49-F238E27FC236}">
                <a16:creationId xmlns:a16="http://schemas.microsoft.com/office/drawing/2014/main" id="{B33BE427-FA02-2F96-D686-A005D61D4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43" y="2240177"/>
            <a:ext cx="3061813" cy="15309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8D74-AA03-4FA2-2681-358747D4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en-IT" sz="24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Kotlin multiplatform</a:t>
            </a:r>
          </a:p>
          <a:p>
            <a:r>
              <a:rPr lang="en-IT" sz="24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QR Code</a:t>
            </a:r>
          </a:p>
          <a:p>
            <a:r>
              <a:rPr lang="en-IT" sz="24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Compose Multiplatform </a:t>
            </a:r>
          </a:p>
          <a:p>
            <a:endParaRPr lang="en-IT" sz="2400" dirty="0"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4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44960-8187-BABA-0EED-AF921E4E8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95538"/>
            <a:ext cx="5323715" cy="1642970"/>
          </a:xfrm>
        </p:spPr>
        <p:txBody>
          <a:bodyPr anchor="b">
            <a:normAutofit/>
          </a:bodyPr>
          <a:lstStyle/>
          <a:p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Kotlin Multiplatform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7D7D-1D52-F72A-C815-9C3ECA183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007040"/>
            <a:ext cx="6380342" cy="410693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linguaggio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programmazione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codice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diverse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piattaforme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Efficienza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Velocizza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scrittura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un modulo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Compilazione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Kotlin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utilizza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compilatore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direttamente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nativo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gestisce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condiviso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source set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dedicati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multiplatform&#10;&#10;Description automatically generated">
            <a:extLst>
              <a:ext uri="{FF2B5EF4-FFF2-40B4-BE49-F238E27FC236}">
                <a16:creationId xmlns:a16="http://schemas.microsoft.com/office/drawing/2014/main" id="{2ECCC3A2-AD21-33DF-7B1B-0B7816B16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265" y="2256027"/>
            <a:ext cx="4170530" cy="23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0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34DFB-F3E4-0DF7-8643-B142AF02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T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SDK (Software – Development – Kit )</a:t>
            </a:r>
          </a:p>
        </p:txBody>
      </p:sp>
      <p:graphicFrame>
        <p:nvGraphicFramePr>
          <p:cNvPr id="17" name="TextBox 11">
            <a:extLst>
              <a:ext uri="{FF2B5EF4-FFF2-40B4-BE49-F238E27FC236}">
                <a16:creationId xmlns:a16="http://schemas.microsoft.com/office/drawing/2014/main" id="{94CBB4B9-820D-8E39-4018-514740AF85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170324"/>
              </p:ext>
            </p:extLst>
          </p:nvPr>
        </p:nvGraphicFramePr>
        <p:xfrm>
          <a:off x="1134532" y="1964267"/>
          <a:ext cx="9414935" cy="454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190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98E10-982C-5929-893E-F2F6CFEDE720}"/>
              </a:ext>
            </a:extLst>
          </p:cNvPr>
          <p:cNvSpPr txBox="1"/>
          <p:nvPr/>
        </p:nvSpPr>
        <p:spPr>
          <a:xfrm>
            <a:off x="826395" y="586855"/>
            <a:ext cx="4585863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Obbiettivi</a:t>
            </a:r>
            <a:r>
              <a:rPr lang="en-US" sz="4000" kern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raggiunti</a:t>
            </a:r>
            <a:endParaRPr lang="en-US" sz="4000" kern="1200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94415-15FA-49DF-0AD9-042336623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860" y="655975"/>
            <a:ext cx="6284911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sviluppato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SDK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librerie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ottimizzate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la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scansione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la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generazione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offrendo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agli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sviluppatori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strumenti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preconfigurati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incorporare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funzionalità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risultato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un'applicazione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facile da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mantenere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compatibile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piattaforme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05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ABA15-166A-9A33-61EE-E672803A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6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GB" sz="5200" dirty="0">
                <a:latin typeface="Baskerville" panose="02020502070401020303" pitchFamily="18" charset="0"/>
                <a:ea typeface="Baskerville" panose="02020502070401020303" pitchFamily="18" charset="0"/>
              </a:rPr>
              <a:t>P</a:t>
            </a:r>
            <a:r>
              <a:rPr lang="en-IT" sz="5200" dirty="0">
                <a:latin typeface="Baskerville" panose="02020502070401020303" pitchFamily="18" charset="0"/>
                <a:ea typeface="Baskerville" panose="02020502070401020303" pitchFamily="18" charset="0"/>
              </a:rPr>
              <a:t>rototipo e Architettura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white square with blue and green letters&#10;&#10;Description automatically generated">
            <a:extLst>
              <a:ext uri="{FF2B5EF4-FFF2-40B4-BE49-F238E27FC236}">
                <a16:creationId xmlns:a16="http://schemas.microsoft.com/office/drawing/2014/main" id="{1A9B9820-F593-E60C-96FA-B95768C26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211" y="165871"/>
            <a:ext cx="2353922" cy="23539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3449-508F-FF7A-D194-0B556F45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7932" y="2987064"/>
            <a:ext cx="5078230" cy="2913872"/>
          </a:xfrm>
        </p:spPr>
        <p:txBody>
          <a:bodyPr anchor="t">
            <a:noAutofit/>
          </a:bodyPr>
          <a:lstStyle/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È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stata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sviluppata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un'</a:t>
            </a:r>
            <a:r>
              <a:rPr lang="en-GB" sz="24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applicazione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per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dispositivi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iOS e Android, per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analizzare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le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differenze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due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principali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sistemi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operativi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Progettata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un'</a:t>
            </a:r>
            <a:r>
              <a:rPr lang="en-GB" sz="24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architettura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che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supporta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la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corretta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visualizzazione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scansione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codici</a:t>
            </a:r>
            <a:r>
              <a:rPr lang="en-GB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QR.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EAFC4D-93DC-F705-1828-E27C1565D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639" y="3723974"/>
            <a:ext cx="2865781" cy="2674346"/>
          </a:xfrm>
          <a:prstGeom prst="rect">
            <a:avLst/>
          </a:prstGeom>
        </p:spPr>
      </p:pic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430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6A998-08E0-8924-CD28-1E8DD538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55" y="2699581"/>
            <a:ext cx="394100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Home Page </a:t>
            </a:r>
            <a:r>
              <a:rPr lang="en-US" sz="4000" kern="12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dell’applicazione</a:t>
            </a:r>
            <a:endParaRPr lang="en-US" sz="4000" kern="1200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5" name="Content Placeholder 4" descr="A screenshot of a qr code scan&#10;&#10;Description automatically generated">
            <a:extLst>
              <a:ext uri="{FF2B5EF4-FFF2-40B4-BE49-F238E27FC236}">
                <a16:creationId xmlns:a16="http://schemas.microsoft.com/office/drawing/2014/main" id="{D29C2C3A-0BFF-EE56-B1C3-6A12E5E4F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453"/>
          <a:stretch/>
        </p:blipFill>
        <p:spPr>
          <a:xfrm>
            <a:off x="6449294" y="478712"/>
            <a:ext cx="3598665" cy="591208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701AD118-2540-4EB5-66F9-96C41EB7C916}"/>
              </a:ext>
            </a:extLst>
          </p:cNvPr>
          <p:cNvSpPr/>
          <p:nvPr/>
        </p:nvSpPr>
        <p:spPr>
          <a:xfrm rot="20809321">
            <a:off x="5975718" y="5513381"/>
            <a:ext cx="1191090" cy="368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1117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9EF0D-B1CE-C73C-1369-33F3F394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T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Generazione dei QR Code</a:t>
            </a:r>
          </a:p>
        </p:txBody>
      </p:sp>
      <p:pic>
        <p:nvPicPr>
          <p:cNvPr id="5" name="Picture 4" descr="A screenshot of a qr code&#10;&#10;Description automatically generated">
            <a:extLst>
              <a:ext uri="{FF2B5EF4-FFF2-40B4-BE49-F238E27FC236}">
                <a16:creationId xmlns:a16="http://schemas.microsoft.com/office/drawing/2014/main" id="{DDF20F21-847F-4022-D1BA-723018BECE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46" r="-2" b="5506"/>
          <a:stretch/>
        </p:blipFill>
        <p:spPr>
          <a:xfrm>
            <a:off x="8292897" y="456090"/>
            <a:ext cx="3685581" cy="5945819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85CE8E4-AC08-5C5B-864C-CD8EA2A74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067854"/>
              </p:ext>
            </p:extLst>
          </p:nvPr>
        </p:nvGraphicFramePr>
        <p:xfrm>
          <a:off x="4504546" y="511388"/>
          <a:ext cx="3539703" cy="6210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C77A31-2D9C-199B-2A03-539D4363AF3F}"/>
              </a:ext>
            </a:extLst>
          </p:cNvPr>
          <p:cNvSpPr txBox="1"/>
          <p:nvPr/>
        </p:nvSpPr>
        <p:spPr>
          <a:xfrm>
            <a:off x="4668138" y="800565"/>
            <a:ext cx="2767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chiave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stringa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viene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divisa in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chunks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FD870-245D-ADB3-604D-D651153B3779}"/>
              </a:ext>
            </a:extLst>
          </p:cNvPr>
          <p:cNvSpPr txBox="1"/>
          <p:nvPr/>
        </p:nvSpPr>
        <p:spPr>
          <a:xfrm>
            <a:off x="5276335" y="5266541"/>
            <a:ext cx="2767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criptati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generano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QR Code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schermo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ABA9E-9D7C-3139-EE41-5D9D72FC2698}"/>
              </a:ext>
            </a:extLst>
          </p:cNvPr>
          <p:cNvSpPr txBox="1"/>
          <p:nvPr/>
        </p:nvSpPr>
        <p:spPr>
          <a:xfrm>
            <a:off x="4905052" y="2962084"/>
            <a:ext cx="27679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GB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QrData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contenuti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QR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vengono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criptati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funzioni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specifiche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BED53-087D-9D0E-842D-80818B15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9770022" cy="1330841"/>
          </a:xfrm>
        </p:spPr>
        <p:txBody>
          <a:bodyPr>
            <a:normAutofit/>
          </a:bodyPr>
          <a:lstStyle/>
          <a:p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Processo di Scansione dei Qr Code</a:t>
            </a:r>
          </a:p>
        </p:txBody>
      </p:sp>
      <p:sp>
        <p:nvSpPr>
          <p:cNvPr id="14" name="Freeform: Shape 20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QR Code">
            <a:extLst>
              <a:ext uri="{FF2B5EF4-FFF2-40B4-BE49-F238E27FC236}">
                <a16:creationId xmlns:a16="http://schemas.microsoft.com/office/drawing/2014/main" id="{CE419F21-B0B4-17E0-5E16-F781ECFFA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EE779F4-B0FC-CC3A-0FB9-60ADE34AE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212677"/>
              </p:ext>
            </p:extLst>
          </p:nvPr>
        </p:nvGraphicFramePr>
        <p:xfrm>
          <a:off x="1137038" y="2194100"/>
          <a:ext cx="5950970" cy="3908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7168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98DCC-1F3C-A702-3C0D-6D1BB528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Condivisione</a:t>
            </a:r>
            <a:r>
              <a:rPr lang="en-US" sz="40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del </a:t>
            </a:r>
            <a:r>
              <a:rPr lang="en-US" sz="40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codice</a:t>
            </a:r>
            <a:endParaRPr lang="en-US" sz="4000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7" name="Picture 6" descr="A pie chart with a number of percentages&#10;&#10;Description automatically generated">
            <a:extLst>
              <a:ext uri="{FF2B5EF4-FFF2-40B4-BE49-F238E27FC236}">
                <a16:creationId xmlns:a16="http://schemas.microsoft.com/office/drawing/2014/main" id="{1CE1588A-BC34-002A-9D67-8BDBFB7DF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45" y="2041450"/>
            <a:ext cx="6743962" cy="3280140"/>
          </a:xfrm>
          <a:prstGeom prst="rect">
            <a:avLst/>
          </a:prstGeom>
        </p:spPr>
      </p:pic>
      <p:pic>
        <p:nvPicPr>
          <p:cNvPr id="5" name="Content Placeholder 4" descr="A pie chart with a number of percentages&#10;&#10;Description automatically generated">
            <a:extLst>
              <a:ext uri="{FF2B5EF4-FFF2-40B4-BE49-F238E27FC236}">
                <a16:creationId xmlns:a16="http://schemas.microsoft.com/office/drawing/2014/main" id="{44B1A8A2-8343-BF9A-F35B-04BA85652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2041450"/>
            <a:ext cx="5574912" cy="3094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DBA02-99CE-942E-6219-CB8CD13E5D1D}"/>
              </a:ext>
            </a:extLst>
          </p:cNvPr>
          <p:cNvSpPr txBox="1"/>
          <p:nvPr/>
        </p:nvSpPr>
        <p:spPr>
          <a:xfrm>
            <a:off x="2217513" y="5646297"/>
            <a:ext cx="2893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Kit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C65EB-A5E0-F253-8DC7-62CFC460502F}"/>
              </a:ext>
            </a:extLst>
          </p:cNvPr>
          <p:cNvSpPr txBox="1"/>
          <p:nvPr/>
        </p:nvSpPr>
        <p:spPr>
          <a:xfrm>
            <a:off x="7852350" y="5796707"/>
            <a:ext cx="2893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Applicazione</a:t>
            </a:r>
          </a:p>
        </p:txBody>
      </p:sp>
    </p:spTree>
    <p:extLst>
      <p:ext uri="{BB962C8B-B14F-4D97-AF65-F5344CB8AC3E}">
        <p14:creationId xmlns:p14="http://schemas.microsoft.com/office/powerpoint/2010/main" val="259337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00A9F-35B5-7E0C-ECC3-45ADDE832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66" y="2501549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Prestazioni</a:t>
            </a:r>
            <a:r>
              <a:rPr lang="en-US" sz="4000" kern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dei</a:t>
            </a:r>
            <a:r>
              <a:rPr lang="en-US" sz="4000" kern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device</a:t>
            </a:r>
          </a:p>
        </p:txBody>
      </p:sp>
      <p:pic>
        <p:nvPicPr>
          <p:cNvPr id="5" name="Content Placeholder 4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1C090FEF-6A91-F3FA-6DF2-C3C85CF14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891"/>
          <a:stretch/>
        </p:blipFill>
        <p:spPr>
          <a:xfrm>
            <a:off x="4283399" y="1424066"/>
            <a:ext cx="7529526" cy="458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968B84-08E0-5990-D24B-9EEE4CDE9D15}"/>
              </a:ext>
            </a:extLst>
          </p:cNvPr>
          <p:cNvSpPr txBox="1"/>
          <p:nvPr/>
        </p:nvSpPr>
        <p:spPr>
          <a:xfrm>
            <a:off x="4784271" y="604157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Confronto dei tempi di Generazione e di Visualizzazione</a:t>
            </a:r>
          </a:p>
          <a:p>
            <a:pPr algn="ctr"/>
            <a:r>
              <a:rPr lang="en-GB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per dispositive iOS e Android</a:t>
            </a:r>
            <a:endParaRPr lang="en-IT" sz="20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52439D-5A26-4C8F-66C0-9CBDBFE683FC}"/>
                  </a:ext>
                </a:extLst>
              </p14:cNvPr>
              <p14:cNvContentPartPr/>
              <p14:nvPr/>
            </p14:nvContentPartPr>
            <p14:xfrm>
              <a:off x="5140741" y="1582077"/>
              <a:ext cx="170280" cy="19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52439D-5A26-4C8F-66C0-9CBDBFE683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4621" y="1575957"/>
                <a:ext cx="1825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B3F8F5-9D21-C8DD-83AB-930A9164D8FF}"/>
                  </a:ext>
                </a:extLst>
              </p14:cNvPr>
              <p14:cNvContentPartPr/>
              <p14:nvPr/>
            </p14:nvContentPartPr>
            <p14:xfrm>
              <a:off x="5115181" y="1571637"/>
              <a:ext cx="401760" cy="52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B3F8F5-9D21-C8DD-83AB-930A9164D8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9181" y="1535637"/>
                <a:ext cx="4734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EBAEE28-F4EC-7707-6A2E-0558137957DB}"/>
                  </a:ext>
                </a:extLst>
              </p14:cNvPr>
              <p14:cNvContentPartPr/>
              <p14:nvPr/>
            </p14:nvContentPartPr>
            <p14:xfrm>
              <a:off x="5125261" y="1734717"/>
              <a:ext cx="926280" cy="48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EBAEE28-F4EC-7707-6A2E-0558137957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89621" y="1698717"/>
                <a:ext cx="9979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5B533E-9B6D-86AC-F586-BD9AE2AB6319}"/>
                  </a:ext>
                </a:extLst>
              </p14:cNvPr>
              <p14:cNvContentPartPr/>
              <p14:nvPr/>
            </p14:nvContentPartPr>
            <p14:xfrm>
              <a:off x="4232821" y="552477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5B533E-9B6D-86AC-F586-BD9AE2AB63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97181" y="516837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4C9B20A-82D9-486E-B52C-169F89EAFF59}"/>
              </a:ext>
            </a:extLst>
          </p:cNvPr>
          <p:cNvSpPr txBox="1"/>
          <p:nvPr/>
        </p:nvSpPr>
        <p:spPr>
          <a:xfrm>
            <a:off x="4924286" y="1475264"/>
            <a:ext cx="1185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 iOS</a:t>
            </a:r>
            <a:endParaRPr lang="en-IT" sz="1000" dirty="0"/>
          </a:p>
          <a:p>
            <a:r>
              <a:rPr lang="en-IT" sz="1000" dirty="0"/>
              <a:t> Android</a:t>
            </a:r>
          </a:p>
        </p:txBody>
      </p:sp>
    </p:spTree>
    <p:extLst>
      <p:ext uri="{BB962C8B-B14F-4D97-AF65-F5344CB8AC3E}">
        <p14:creationId xmlns:p14="http://schemas.microsoft.com/office/powerpoint/2010/main" val="61781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41387-B5BC-C353-668E-A626356D18BC}"/>
              </a:ext>
            </a:extLst>
          </p:cNvPr>
          <p:cNvSpPr txBox="1"/>
          <p:nvPr/>
        </p:nvSpPr>
        <p:spPr>
          <a:xfrm>
            <a:off x="1154854" y="2984992"/>
            <a:ext cx="5392949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 err="1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Sviluppi</a:t>
            </a:r>
            <a:r>
              <a:rPr lang="en-US" sz="540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rPr>
              <a:t>futuri</a:t>
            </a:r>
            <a:endParaRPr lang="en-US" sz="5400" kern="1200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  <a:cs typeface="+mj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cell phone with a blue circle on the screen&#10;&#10;Description automatically generated">
            <a:extLst>
              <a:ext uri="{FF2B5EF4-FFF2-40B4-BE49-F238E27FC236}">
                <a16:creationId xmlns:a16="http://schemas.microsoft.com/office/drawing/2014/main" id="{0D7EA12F-1EB5-14DF-375E-21BB7062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323623"/>
            <a:ext cx="5536001" cy="4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9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6FF55-BA56-F596-E0D1-3F7DE411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574" y="16588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Grazie</a:t>
            </a:r>
            <a:r>
              <a:rPr lang="en-US" sz="48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tutti per </a:t>
            </a:r>
            <a:r>
              <a:rPr lang="en-US" sz="4800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l’attenzione</a:t>
            </a:r>
            <a:r>
              <a:rPr lang="en-US" sz="48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722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447</Words>
  <Application>Microsoft Macintosh PowerPoint</Application>
  <PresentationFormat>Widescreen</PresentationFormat>
  <Paragraphs>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Baskerville</vt:lpstr>
      <vt:lpstr>Courier New</vt:lpstr>
      <vt:lpstr>Times New Roman</vt:lpstr>
      <vt:lpstr>Office Theme</vt:lpstr>
      <vt:lpstr>PowerPoint Presentation</vt:lpstr>
      <vt:lpstr>piano  formativo</vt:lpstr>
      <vt:lpstr>Che cos’è un  “LOGO DINAMICO”?</vt:lpstr>
      <vt:lpstr>Soluzioni Tecnologiche </vt:lpstr>
      <vt:lpstr>Kotlin Multiplatform</vt:lpstr>
      <vt:lpstr>SDK (Software – Development – Kit )</vt:lpstr>
      <vt:lpstr>PowerPoint Presentation</vt:lpstr>
      <vt:lpstr>Prototipo e Architettura</vt:lpstr>
      <vt:lpstr>Home Page dell’applicazione</vt:lpstr>
      <vt:lpstr>Generazione dei QR Code</vt:lpstr>
      <vt:lpstr>Processo di Scansione dei Qr Code</vt:lpstr>
      <vt:lpstr>Condivisione del codice</vt:lpstr>
      <vt:lpstr>Prestazioni dei device</vt:lpstr>
      <vt:lpstr>PowerPoint Presentation</vt:lpstr>
      <vt:lpstr>Grazie a tutti per l’attenzione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Valerio Gozzellino</dc:creator>
  <cp:lastModifiedBy>Valerio Gozzellino</cp:lastModifiedBy>
  <cp:revision>21</cp:revision>
  <dcterms:created xsi:type="dcterms:W3CDTF">2024-10-21T10:09:17Z</dcterms:created>
  <dcterms:modified xsi:type="dcterms:W3CDTF">2024-11-05T22:05:28Z</dcterms:modified>
</cp:coreProperties>
</file>